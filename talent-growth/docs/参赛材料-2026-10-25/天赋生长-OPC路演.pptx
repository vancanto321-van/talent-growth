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058d9ff69c4f53" /><Relationship Type="http://schemas.openxmlformats.org/officeDocument/2006/relationships/extended-properties" Target="/docProps/app.xml" Id="R67430582a13842f8" /><Relationship Type="http://schemas.openxmlformats.org/officeDocument/2006/relationships/officeDocument" Target="/ppt/presentation.xml" Id="Re1a182851bc746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47ba02619b4366"/>
  </p:sldMasterIdLst>
  <p:notesMasterIdLst>
    <p:notesMasterId xmlns:r="http://schemas.openxmlformats.org/officeDocument/2006/relationships" r:id="Reb46e2ae56d143e9"/>
  </p:notesMasterIdLst>
  <p:sldIdLst>
    <p:sldId xmlns:r="http://schemas.openxmlformats.org/officeDocument/2006/relationships" id="256" r:id="R7ad97f8d60d944bf"/>
    <p:sldId xmlns:r="http://schemas.openxmlformats.org/officeDocument/2006/relationships" id="257" r:id="R01c3e90a1fee4dc5"/>
    <p:sldId xmlns:r="http://schemas.openxmlformats.org/officeDocument/2006/relationships" id="258" r:id="Re3522351f3ad44e5"/>
    <p:sldId xmlns:r="http://schemas.openxmlformats.org/officeDocument/2006/relationships" id="259" r:id="Rd9b8d7f20f984715"/>
    <p:sldId xmlns:r="http://schemas.openxmlformats.org/officeDocument/2006/relationships" id="260" r:id="Red6ef91f41c64046"/>
    <p:sldId xmlns:r="http://schemas.openxmlformats.org/officeDocument/2006/relationships" id="261" r:id="R5da17695d2eb43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e0e709486945c7" /><Relationship Type="http://schemas.openxmlformats.org/officeDocument/2006/relationships/slideMaster" Target="/ppt/slideMasters/slideMaster1.xml" Id="R6a47ba02619b4366" /><Relationship Type="http://schemas.openxmlformats.org/officeDocument/2006/relationships/notesMaster" Target="/ppt/notesMasters/notesMaster1.xml" Id="Reb46e2ae56d143e9" /><Relationship Type="http://schemas.openxmlformats.org/officeDocument/2006/relationships/presProps" Target="/ppt/presProps.xml" Id="R5b62b1cf0c084d12" /><Relationship Type="http://schemas.openxmlformats.org/officeDocument/2006/relationships/tableStyles" Target="/ppt/tableStyles.xml" Id="Rb883d6c9225743ec" /><Relationship Type="http://schemas.openxmlformats.org/officeDocument/2006/relationships/slide" Target="/ppt/slides/slide1.xml" Id="R7ad97f8d60d944bf" /><Relationship Type="http://schemas.openxmlformats.org/officeDocument/2006/relationships/slide" Target="/ppt/slides/slide2.xml" Id="R01c3e90a1fee4dc5" /><Relationship Type="http://schemas.openxmlformats.org/officeDocument/2006/relationships/slide" Target="/ppt/slides/slide3.xml" Id="Re3522351f3ad44e5" /><Relationship Type="http://schemas.openxmlformats.org/officeDocument/2006/relationships/slide" Target="/ppt/slides/slide4.xml" Id="Rd9b8d7f20f984715" /><Relationship Type="http://schemas.openxmlformats.org/officeDocument/2006/relationships/slide" Target="/ppt/slides/slide5.xml" Id="Red6ef91f41c64046" /><Relationship Type="http://schemas.openxmlformats.org/officeDocument/2006/relationships/slide" Target="/ppt/slides/slide6.xml" Id="R5da17695d2eb43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986744d2964e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63116919dd42f6" /><Relationship Type="http://schemas.openxmlformats.org/officeDocument/2006/relationships/notesMaster" Target="/ppt/notesMasters/notesMaster1.xml" Id="R6b14f9c092c247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52d0ce2a824f68" /><Relationship Type="http://schemas.openxmlformats.org/officeDocument/2006/relationships/notesMaster" Target="/ppt/notesMasters/notesMaster1.xml" Id="R26b8effbbe0e45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2ec701bb894291" /><Relationship Type="http://schemas.openxmlformats.org/officeDocument/2006/relationships/notesMaster" Target="/ppt/notesMasters/notesMaster1.xml" Id="R99f3b71d454744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d70986fc104d5c" /><Relationship Type="http://schemas.openxmlformats.org/officeDocument/2006/relationships/notesMaster" Target="/ppt/notesMasters/notesMaster1.xml" Id="Ra271b21cd8ce47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b22c07d72b4397" /><Relationship Type="http://schemas.openxmlformats.org/officeDocument/2006/relationships/notesMaster" Target="/ppt/notesMasters/notesMaster1.xml" Id="Ra5e77bccbd7e42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0ced90ba6f4afc" /><Relationship Type="http://schemas.openxmlformats.org/officeDocument/2006/relationships/notesMaster" Target="/ppt/notesMasters/notesMaster1.xml" Id="Re9352c40b91642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edb3fcacc49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2de5847cc42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a9baa07c241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4430f1daa49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a653a7ae545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c70c1641340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F02EA2-9769-4971-80ED-806BF783AD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6EAE4A-45CF-4AE0-A57A-EA5D36B0BD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91CE91-C649-4A4B-8F38-3252155D77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ECF347-21A9-4007-8394-40A831FBB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6F3184-459A-4154-AA5A-10A770B83D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7E548C-DB4A-4FD9-98CD-F56F7297D2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82FA30-DF24-4318-8849-D7CC96ADEA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C8C9BF-D9DE-49C9-B25C-46BDDCBE72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6D70E3-4608-4533-9FC3-0B53FEF134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80F142-492F-411D-A806-FF0B0420A7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4c1638c0624da4" /><Relationship Type="http://schemas.openxmlformats.org/officeDocument/2006/relationships/slideLayout" Target="/ppt/slideLayouts/slideLayout1.xml" Id="Rb92a9a7e12de476f" /><Relationship Type="http://schemas.openxmlformats.org/officeDocument/2006/relationships/slideLayout" Target="/ppt/slideLayouts/slideLayout2.xml" Id="Rf1359190f6794090" /><Relationship Type="http://schemas.openxmlformats.org/officeDocument/2006/relationships/slideLayout" Target="/ppt/slideLayouts/slideLayout3.xml" Id="R2cbe17378d004c26" /><Relationship Type="http://schemas.openxmlformats.org/officeDocument/2006/relationships/slideLayout" Target="/ppt/slideLayouts/slideLayout4.xml" Id="R709a7f7ff16946a5" /><Relationship Type="http://schemas.openxmlformats.org/officeDocument/2006/relationships/slideLayout" Target="/ppt/slideLayouts/slideLayout5.xml" Id="R50eb52516fbb4ea8" /><Relationship Type="http://schemas.openxmlformats.org/officeDocument/2006/relationships/slideLayout" Target="/ppt/slideLayouts/slideLayout6.xml" Id="R6462c109105947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2a9a7e12de476f"/>
    <p:sldLayoutId xmlns:r="http://schemas.openxmlformats.org/officeDocument/2006/relationships" id="2147483650" r:id="Rf1359190f6794090"/>
    <p:sldLayoutId xmlns:r="http://schemas.openxmlformats.org/officeDocument/2006/relationships" id="2147483651" r:id="R2cbe17378d004c26"/>
    <p:sldLayoutId xmlns:r="http://schemas.openxmlformats.org/officeDocument/2006/relationships" id="2147483652" r:id="R709a7f7ff16946a5"/>
    <p:sldLayoutId xmlns:r="http://schemas.openxmlformats.org/officeDocument/2006/relationships" id="2147483653" r:id="R50eb52516fbb4ea8"/>
    <p:sldLayoutId xmlns:r="http://schemas.openxmlformats.org/officeDocument/2006/relationships" id="2147483654" r:id="R6462c109105947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eaa8e5a3964c11" /><Relationship Type="http://schemas.openxmlformats.org/officeDocument/2006/relationships/notesSlide" Target="/ppt/notesSlides/notesSlide1.xml" Id="Re71dd73032c24c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0242d9a6644dd" /><Relationship Type="http://schemas.openxmlformats.org/officeDocument/2006/relationships/notesSlide" Target="/ppt/notesSlides/notesSlide2.xml" Id="Rb42df2f807b242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036c0acd24b0c" /><Relationship Type="http://schemas.openxmlformats.org/officeDocument/2006/relationships/notesSlide" Target="/ppt/notesSlides/notesSlide3.xml" Id="R327d58a824ee47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c49717b2224f06" /><Relationship Type="http://schemas.openxmlformats.org/officeDocument/2006/relationships/image" Target="/ppt/media/image.png" Id="R84e542bb64ed47db" /><Relationship Type="http://schemas.openxmlformats.org/officeDocument/2006/relationships/notesSlide" Target="/ppt/notesSlides/notesSlide4.xml" Id="Ra17b42cd2f4548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a5cda728cf4f21" /><Relationship Type="http://schemas.openxmlformats.org/officeDocument/2006/relationships/notesSlide" Target="/ppt/notesSlides/notesSlide5.xml" Id="Ra5751dfcfa8241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9f121a76c440d" /><Relationship Type="http://schemas.openxmlformats.org/officeDocument/2006/relationships/notesSlide" Target="/ppt/notesSlides/notesSlide6.xml" Id="R3e36cb97090941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A66AD-E6F4-47C0-923A-16917A62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5A75E-0669-4D17-8F2C-C33586D7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15E1C-5806-4E2A-8206-B5D10E57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E4F3E"/>
                </a:solidFill>
              </a:defRPr>
            </a:defPPr>
            <a:lvl1pPr algn="l">
              <a:defRPr sz="1200" b="1">
                <a:solidFill>
                  <a:srgbClr val="9E4F3E"/>
                </a:solidFill>
              </a:defRPr>
            </a:lvl1pPr>
            <a:lvl2pPr algn="l">
              <a:defRPr sz="1200" b="1">
                <a:solidFill>
                  <a:srgbClr val="9E4F3E"/>
                </a:solidFill>
              </a:defRPr>
            </a:lvl2pPr>
            <a:lvl3pPr algn="l">
              <a:defRPr sz="1200" b="1">
                <a:solidFill>
                  <a:srgbClr val="9E4F3E"/>
                </a:solidFill>
              </a:defRPr>
            </a:lvl3pPr>
            <a:lvl4pPr algn="l">
              <a:defRPr sz="1200" b="1">
                <a:solidFill>
                  <a:srgbClr val="9E4F3E"/>
                </a:solidFill>
              </a:defRPr>
            </a:lvl4pPr>
            <a:lvl5pPr algn="l">
              <a:defRPr sz="1200" b="1">
                <a:solidFill>
                  <a:srgbClr val="9E4F3E"/>
                </a:solidFill>
              </a:defRPr>
            </a:lvl5pPr>
            <a:lvl6pPr algn="l">
              <a:defRPr sz="1200" b="1">
                <a:solidFill>
                  <a:srgbClr val="9E4F3E"/>
                </a:solidFill>
              </a:defRPr>
            </a:lvl6pPr>
            <a:lvl7pPr algn="l">
              <a:defRPr sz="1200" b="1">
                <a:solidFill>
                  <a:srgbClr val="9E4F3E"/>
                </a:solidFill>
              </a:defRPr>
            </a:lvl7pPr>
            <a:lvl8pPr algn="l">
              <a:defRPr sz="1200" b="1">
                <a:solidFill>
                  <a:srgbClr val="9E4F3E"/>
                </a:solidFill>
              </a:defRPr>
            </a:lvl8pPr>
            <a:lvl9pPr algn="l">
              <a:defRPr sz="120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9E4F3E"/>
                </a:solidFill>
              </a:defRPr>
            </a:pPr>
            <a:r>
              <a:rPr sz="1200" b="1">
                <a:solidFill>
                  <a:srgbClr val="9E4F3E"/>
                </a:solidFill>
              </a:rPr>
              <a:t>OPC 参赛作品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891B3-DD83-4218-9304-7C28147D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200" b="1">
                <a:solidFill>
                  <a:srgbClr val="2F2A24"/>
                </a:solidFill>
              </a:defRPr>
            </a:defPPr>
            <a:lvl1pPr algn="l">
              <a:defRPr sz="4200" b="1">
                <a:solidFill>
                  <a:srgbClr val="2F2A24"/>
                </a:solidFill>
              </a:defRPr>
            </a:lvl1pPr>
            <a:lvl2pPr algn="l">
              <a:defRPr sz="4200" b="1">
                <a:solidFill>
                  <a:srgbClr val="2F2A24"/>
                </a:solidFill>
              </a:defRPr>
            </a:lvl2pPr>
            <a:lvl3pPr algn="l">
              <a:defRPr sz="4200" b="1">
                <a:solidFill>
                  <a:srgbClr val="2F2A24"/>
                </a:solidFill>
              </a:defRPr>
            </a:lvl3pPr>
            <a:lvl4pPr algn="l">
              <a:defRPr sz="4200" b="1">
                <a:solidFill>
                  <a:srgbClr val="2F2A24"/>
                </a:solidFill>
              </a:defRPr>
            </a:lvl4pPr>
            <a:lvl5pPr algn="l">
              <a:defRPr sz="4200" b="1">
                <a:solidFill>
                  <a:srgbClr val="2F2A24"/>
                </a:solidFill>
              </a:defRPr>
            </a:lvl5pPr>
            <a:lvl6pPr algn="l">
              <a:defRPr sz="4200" b="1">
                <a:solidFill>
                  <a:srgbClr val="2F2A24"/>
                </a:solidFill>
              </a:defRPr>
            </a:lvl6pPr>
            <a:lvl7pPr algn="l">
              <a:defRPr sz="4200" b="1">
                <a:solidFill>
                  <a:srgbClr val="2F2A24"/>
                </a:solidFill>
              </a:defRPr>
            </a:lvl7pPr>
            <a:lvl8pPr algn="l">
              <a:defRPr sz="4200" b="1">
                <a:solidFill>
                  <a:srgbClr val="2F2A24"/>
                </a:solidFill>
              </a:defRPr>
            </a:lvl8pPr>
            <a:lvl9pPr algn="l">
              <a:defRPr sz="4200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F2A24"/>
                </a:solidFill>
              </a:defRPr>
            </a:pPr>
            <a:r>
              <a:rPr sz="4200" b="1">
                <a:solidFill>
                  <a:srgbClr val="2F2A24"/>
                </a:solidFill>
              </a:rPr>
              <a:t>天赋生长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7B95D-6EDA-4B53-9807-6AF94A53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9E4F3E"/>
                </a:solidFill>
              </a:defRPr>
            </a:defPPr>
            <a:lvl1pPr algn="l">
              <a:defRPr sz="2025" b="1">
                <a:solidFill>
                  <a:srgbClr val="9E4F3E"/>
                </a:solidFill>
              </a:defRPr>
            </a:lvl1pPr>
            <a:lvl2pPr algn="l">
              <a:defRPr sz="2025" b="1">
                <a:solidFill>
                  <a:srgbClr val="9E4F3E"/>
                </a:solidFill>
              </a:defRPr>
            </a:lvl2pPr>
            <a:lvl3pPr algn="l">
              <a:defRPr sz="2025" b="1">
                <a:solidFill>
                  <a:srgbClr val="9E4F3E"/>
                </a:solidFill>
              </a:defRPr>
            </a:lvl3pPr>
            <a:lvl4pPr algn="l">
              <a:defRPr sz="2025" b="1">
                <a:solidFill>
                  <a:srgbClr val="9E4F3E"/>
                </a:solidFill>
              </a:defRPr>
            </a:lvl4pPr>
            <a:lvl5pPr algn="l">
              <a:defRPr sz="2025" b="1">
                <a:solidFill>
                  <a:srgbClr val="9E4F3E"/>
                </a:solidFill>
              </a:defRPr>
            </a:lvl5pPr>
            <a:lvl6pPr algn="l">
              <a:defRPr sz="2025" b="1">
                <a:solidFill>
                  <a:srgbClr val="9E4F3E"/>
                </a:solidFill>
              </a:defRPr>
            </a:lvl6pPr>
            <a:lvl7pPr algn="l">
              <a:defRPr sz="2025" b="1">
                <a:solidFill>
                  <a:srgbClr val="9E4F3E"/>
                </a:solidFill>
              </a:defRPr>
            </a:lvl7pPr>
            <a:lvl8pPr algn="l">
              <a:defRPr sz="2025" b="1">
                <a:solidFill>
                  <a:srgbClr val="9E4F3E"/>
                </a:solidFill>
              </a:defRPr>
            </a:lvl8pPr>
            <a:lvl9pPr algn="l">
              <a:defRPr sz="2025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9E4F3E"/>
                </a:solidFill>
              </a:defRPr>
            </a:pPr>
            <a:r>
              <a:rPr sz="2025" b="1">
                <a:solidFill>
                  <a:srgbClr val="9E4F3E"/>
                </a:solidFill>
              </a:rPr>
              <a:t>每个人都是自己天赋的园丁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50090-ED1D-4D3A-9150-4C3AC04C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6D6258"/>
                </a:solidFill>
              </a:defRPr>
            </a:defPPr>
            <a:lvl1pPr algn="l">
              <a:defRPr sz="1725" b="0">
                <a:solidFill>
                  <a:srgbClr val="6D6258"/>
                </a:solidFill>
              </a:defRPr>
            </a:lvl1pPr>
            <a:lvl2pPr algn="l">
              <a:defRPr sz="1725" b="0">
                <a:solidFill>
                  <a:srgbClr val="6D6258"/>
                </a:solidFill>
              </a:defRPr>
            </a:lvl2pPr>
            <a:lvl3pPr algn="l">
              <a:defRPr sz="1725" b="0">
                <a:solidFill>
                  <a:srgbClr val="6D6258"/>
                </a:solidFill>
              </a:defRPr>
            </a:lvl3pPr>
            <a:lvl4pPr algn="l">
              <a:defRPr sz="1725" b="0">
                <a:solidFill>
                  <a:srgbClr val="6D6258"/>
                </a:solidFill>
              </a:defRPr>
            </a:lvl4pPr>
            <a:lvl5pPr algn="l">
              <a:defRPr sz="1725" b="0">
                <a:solidFill>
                  <a:srgbClr val="6D6258"/>
                </a:solidFill>
              </a:defRPr>
            </a:lvl5pPr>
            <a:lvl6pPr algn="l">
              <a:defRPr sz="1725" b="0">
                <a:solidFill>
                  <a:srgbClr val="6D6258"/>
                </a:solidFill>
              </a:defRPr>
            </a:lvl6pPr>
            <a:lvl7pPr algn="l">
              <a:defRPr sz="1725" b="0">
                <a:solidFill>
                  <a:srgbClr val="6D6258"/>
                </a:solidFill>
              </a:defRPr>
            </a:lvl7pPr>
            <a:lvl8pPr algn="l">
              <a:defRPr sz="1725" b="0">
                <a:solidFill>
                  <a:srgbClr val="6D6258"/>
                </a:solidFill>
              </a:defRPr>
            </a:lvl8pPr>
            <a:lvl9pPr algn="l">
              <a:defRPr sz="1725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D6258"/>
                </a:solidFill>
              </a:defRPr>
            </a:pPr>
            <a:r>
              <a:rPr sz="1725" b="0">
                <a:solidFill>
                  <a:srgbClr val="6D6258"/>
                </a:solidFill>
              </a:rPr>
              <a:t>把“我有没有天赋”的焦虑，改写成今天可以开始的一件小事。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25818-BFC6-4C0E-8FD6-00E2629A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9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0ADF5-C3F6-4A87-ACC2-F108B0C9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2A24"/>
                </a:solidFill>
              </a:defRPr>
            </a:defPPr>
            <a:lvl1pPr algn="ctr">
              <a:defRPr sz="1050" b="1">
                <a:solidFill>
                  <a:srgbClr val="2F2A24"/>
                </a:solidFill>
              </a:defRPr>
            </a:lvl1pPr>
            <a:lvl2pPr algn="ctr">
              <a:defRPr sz="1050" b="1">
                <a:solidFill>
                  <a:srgbClr val="2F2A24"/>
                </a:solidFill>
              </a:defRPr>
            </a:lvl2pPr>
            <a:lvl3pPr algn="ctr">
              <a:defRPr sz="1050" b="1">
                <a:solidFill>
                  <a:srgbClr val="2F2A24"/>
                </a:solidFill>
              </a:defRPr>
            </a:lvl3pPr>
            <a:lvl4pPr algn="ctr">
              <a:defRPr sz="1050" b="1">
                <a:solidFill>
                  <a:srgbClr val="2F2A24"/>
                </a:solidFill>
              </a:defRPr>
            </a:lvl4pPr>
            <a:lvl5pPr algn="ctr">
              <a:defRPr sz="1050" b="1">
                <a:solidFill>
                  <a:srgbClr val="2F2A24"/>
                </a:solidFill>
              </a:defRPr>
            </a:lvl5pPr>
            <a:lvl6pPr algn="ctr">
              <a:defRPr sz="1050" b="1">
                <a:solidFill>
                  <a:srgbClr val="2F2A24"/>
                </a:solidFill>
              </a:defRPr>
            </a:lvl6pPr>
            <a:lvl7pPr algn="ctr">
              <a:defRPr sz="1050" b="1">
                <a:solidFill>
                  <a:srgbClr val="2F2A24"/>
                </a:solidFill>
              </a:defRPr>
            </a:lvl7pPr>
            <a:lvl8pPr algn="ctr">
              <a:defRPr sz="1050" b="1">
                <a:solidFill>
                  <a:srgbClr val="2F2A24"/>
                </a:solidFill>
              </a:defRPr>
            </a:lvl8pPr>
            <a:lvl9pPr algn="ctr">
              <a:defRPr sz="1050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2A24"/>
                </a:solidFill>
              </a:defRPr>
            </a:pPr>
            <a:r>
              <a:rPr sz="1050" b="1">
                <a:solidFill>
                  <a:srgbClr val="2F2A24"/>
                </a:solidFill>
              </a:rPr>
              <a:t>家庭成长培养服务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B648F-2F28-4369-8494-AD8FC3A4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33850"/>
            <a:ext cx="1571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BC5DB-D18A-4AE3-9A50-D4891870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433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9E4F3E"/>
                </a:solidFill>
              </a:defRPr>
            </a:defPPr>
            <a:lvl1pPr algn="ctr">
              <a:defRPr sz="1050" b="1">
                <a:solidFill>
                  <a:srgbClr val="9E4F3E"/>
                </a:solidFill>
              </a:defRPr>
            </a:lvl1pPr>
            <a:lvl2pPr algn="ctr">
              <a:defRPr sz="1050" b="1">
                <a:solidFill>
                  <a:srgbClr val="9E4F3E"/>
                </a:solidFill>
              </a:defRPr>
            </a:lvl2pPr>
            <a:lvl3pPr algn="ctr">
              <a:defRPr sz="1050" b="1">
                <a:solidFill>
                  <a:srgbClr val="9E4F3E"/>
                </a:solidFill>
              </a:defRPr>
            </a:lvl3pPr>
            <a:lvl4pPr algn="ctr">
              <a:defRPr sz="1050" b="1">
                <a:solidFill>
                  <a:srgbClr val="9E4F3E"/>
                </a:solidFill>
              </a:defRPr>
            </a:lvl4pPr>
            <a:lvl5pPr algn="ctr">
              <a:defRPr sz="1050" b="1">
                <a:solidFill>
                  <a:srgbClr val="9E4F3E"/>
                </a:solidFill>
              </a:defRPr>
            </a:lvl5pPr>
            <a:lvl6pPr algn="ctr">
              <a:defRPr sz="1050" b="1">
                <a:solidFill>
                  <a:srgbClr val="9E4F3E"/>
                </a:solidFill>
              </a:defRPr>
            </a:lvl6pPr>
            <a:lvl7pPr algn="ctr">
              <a:defRPr sz="1050" b="1">
                <a:solidFill>
                  <a:srgbClr val="9E4F3E"/>
                </a:solidFill>
              </a:defRPr>
            </a:lvl7pPr>
            <a:lvl8pPr algn="ctr">
              <a:defRPr sz="1050" b="1">
                <a:solidFill>
                  <a:srgbClr val="9E4F3E"/>
                </a:solidFill>
              </a:defRPr>
            </a:lvl8pPr>
            <a:lvl9pPr algn="ctr">
              <a:defRPr sz="10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9E4F3E"/>
                </a:solidFill>
              </a:defRPr>
            </a:pPr>
            <a:r>
              <a:rPr sz="1050" b="1">
                <a:solidFill>
                  <a:srgbClr val="9E4F3E"/>
                </a:solidFill>
              </a:rPr>
              <a:t>Web / PWA 工作台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BB344-0B2B-4FFA-A531-69E9BE6C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F2A24"/>
                </a:solidFill>
              </a:defRPr>
            </a:defPPr>
            <a:lvl1pPr algn="l">
              <a:defRPr sz="1275" b="1">
                <a:solidFill>
                  <a:srgbClr val="2F2A24"/>
                </a:solidFill>
              </a:defRPr>
            </a:lvl1pPr>
            <a:lvl2pPr algn="l">
              <a:defRPr sz="1275" b="1">
                <a:solidFill>
                  <a:srgbClr val="2F2A24"/>
                </a:solidFill>
              </a:defRPr>
            </a:lvl2pPr>
            <a:lvl3pPr algn="l">
              <a:defRPr sz="1275" b="1">
                <a:solidFill>
                  <a:srgbClr val="2F2A24"/>
                </a:solidFill>
              </a:defRPr>
            </a:lvl3pPr>
            <a:lvl4pPr algn="l">
              <a:defRPr sz="1275" b="1">
                <a:solidFill>
                  <a:srgbClr val="2F2A24"/>
                </a:solidFill>
              </a:defRPr>
            </a:lvl4pPr>
            <a:lvl5pPr algn="l">
              <a:defRPr sz="1275" b="1">
                <a:solidFill>
                  <a:srgbClr val="2F2A24"/>
                </a:solidFill>
              </a:defRPr>
            </a:lvl5pPr>
            <a:lvl6pPr algn="l">
              <a:defRPr sz="1275" b="1">
                <a:solidFill>
                  <a:srgbClr val="2F2A24"/>
                </a:solidFill>
              </a:defRPr>
            </a:lvl6pPr>
            <a:lvl7pPr algn="l">
              <a:defRPr sz="1275" b="1">
                <a:solidFill>
                  <a:srgbClr val="2F2A24"/>
                </a:solidFill>
              </a:defRPr>
            </a:lvl7pPr>
            <a:lvl8pPr algn="l">
              <a:defRPr sz="1275" b="1">
                <a:solidFill>
                  <a:srgbClr val="2F2A24"/>
                </a:solidFill>
              </a:defRPr>
            </a:lvl8pPr>
            <a:lvl9pPr algn="l">
              <a:defRPr sz="1275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2A24"/>
                </a:solidFill>
              </a:defRPr>
            </a:pPr>
            <a:r>
              <a:rPr sz="1275" b="1">
                <a:solidFill>
                  <a:srgbClr val="2F2A24"/>
                </a:solidFill>
              </a:rPr>
              <a:t>面向 3–12 岁孩子家庭的 14 天探索服务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D5C54-7B81-4BEA-8AFF-DED810C9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6D6258"/>
                </a:solidFill>
              </a:defRPr>
            </a:defPPr>
            <a:lvl1pPr algn="l">
              <a:defRPr sz="975" b="0">
                <a:solidFill>
                  <a:srgbClr val="6D6258"/>
                </a:solidFill>
              </a:defRPr>
            </a:lvl1pPr>
            <a:lvl2pPr algn="l">
              <a:defRPr sz="975" b="0">
                <a:solidFill>
                  <a:srgbClr val="6D6258"/>
                </a:solidFill>
              </a:defRPr>
            </a:lvl2pPr>
            <a:lvl3pPr algn="l">
              <a:defRPr sz="975" b="0">
                <a:solidFill>
                  <a:srgbClr val="6D6258"/>
                </a:solidFill>
              </a:defRPr>
            </a:lvl3pPr>
            <a:lvl4pPr algn="l">
              <a:defRPr sz="975" b="0">
                <a:solidFill>
                  <a:srgbClr val="6D6258"/>
                </a:solidFill>
              </a:defRPr>
            </a:lvl4pPr>
            <a:lvl5pPr algn="l">
              <a:defRPr sz="975" b="0">
                <a:solidFill>
                  <a:srgbClr val="6D6258"/>
                </a:solidFill>
              </a:defRPr>
            </a:lvl5pPr>
            <a:lvl6pPr algn="l">
              <a:defRPr sz="975" b="0">
                <a:solidFill>
                  <a:srgbClr val="6D6258"/>
                </a:solidFill>
              </a:defRPr>
            </a:lvl6pPr>
            <a:lvl7pPr algn="l">
              <a:defRPr sz="975" b="0">
                <a:solidFill>
                  <a:srgbClr val="6D6258"/>
                </a:solidFill>
              </a:defRPr>
            </a:lvl7pPr>
            <a:lvl8pPr algn="l">
              <a:defRPr sz="975" b="0">
                <a:solidFill>
                  <a:srgbClr val="6D6258"/>
                </a:solidFill>
              </a:defRPr>
            </a:lvl8pPr>
            <a:lvl9pPr algn="l">
              <a:defRPr sz="975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D6258"/>
                </a:solidFill>
              </a:defRPr>
            </a:pPr>
            <a:r>
              <a:rPr sz="975" b="0">
                <a:solidFill>
                  <a:srgbClr val="6D6258"/>
                </a:solidFill>
              </a:rPr>
              <a:t>2026 · 10 · 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DBC5E-8AA3-43A3-8786-D2574DFF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219075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0FBFF-573D-40D2-BACA-163B59BC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95500"/>
            <a:ext cx="819150" cy="1143000"/>
          </a:xfrm>
          <a:prstGeom xmlns:a="http://schemas.openxmlformats.org/drawingml/2006/main" prst="roundRect">
            <a:avLst>
              <a:gd name="adj" fmla="val 48837"/>
            </a:avLst>
          </a:prstGeom>
          <a:solidFill xmlns:a="http://schemas.openxmlformats.org/drawingml/2006/main">
            <a:srgbClr val="B8C9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BD7AB-94C6-4F90-B9F5-3E0D79C9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16764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8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01CF2-6454-4EFF-BA36-1B9F3C9E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2857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E4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670CB-F1C4-4268-B396-DFEE5B43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066800"/>
            <a:ext cx="2286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D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B4DD4-893B-43B5-A35A-A84FB7EE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571625"/>
            <a:ext cx="228600" cy="1962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30F89-33FC-43FB-8F0A-8E0F22D0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700" b="0">
                <a:solidFill>
                  <a:srgbClr val="9E4F3E"/>
                </a:solidFill>
              </a:defRPr>
            </a:defPPr>
            <a:lvl1pPr algn="ctr">
              <a:defRPr sz="5700" b="0">
                <a:solidFill>
                  <a:srgbClr val="9E4F3E"/>
                </a:solidFill>
              </a:defRPr>
            </a:lvl1pPr>
            <a:lvl2pPr algn="ctr">
              <a:defRPr sz="5700" b="0">
                <a:solidFill>
                  <a:srgbClr val="9E4F3E"/>
                </a:solidFill>
              </a:defRPr>
            </a:lvl2pPr>
            <a:lvl3pPr algn="ctr">
              <a:defRPr sz="5700" b="0">
                <a:solidFill>
                  <a:srgbClr val="9E4F3E"/>
                </a:solidFill>
              </a:defRPr>
            </a:lvl3pPr>
            <a:lvl4pPr algn="ctr">
              <a:defRPr sz="5700" b="0">
                <a:solidFill>
                  <a:srgbClr val="9E4F3E"/>
                </a:solidFill>
              </a:defRPr>
            </a:lvl4pPr>
            <a:lvl5pPr algn="ctr">
              <a:defRPr sz="5700" b="0">
                <a:solidFill>
                  <a:srgbClr val="9E4F3E"/>
                </a:solidFill>
              </a:defRPr>
            </a:lvl5pPr>
            <a:lvl6pPr algn="ctr">
              <a:defRPr sz="5700" b="0">
                <a:solidFill>
                  <a:srgbClr val="9E4F3E"/>
                </a:solidFill>
              </a:defRPr>
            </a:lvl6pPr>
            <a:lvl7pPr algn="ctr">
              <a:defRPr sz="5700" b="0">
                <a:solidFill>
                  <a:srgbClr val="9E4F3E"/>
                </a:solidFill>
              </a:defRPr>
            </a:lvl7pPr>
            <a:lvl8pPr algn="ctr">
              <a:defRPr sz="5700" b="0">
                <a:solidFill>
                  <a:srgbClr val="9E4F3E"/>
                </a:solidFill>
              </a:defRPr>
            </a:lvl8pPr>
            <a:lvl9pPr algn="ctr">
              <a:defRPr sz="5700" b="0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ctr">
              <a:defRPr sz="5700" b="0">
                <a:solidFill>
                  <a:srgbClr val="9E4F3E"/>
                </a:solidFill>
              </a:defRPr>
            </a:pPr>
            <a:r>
              <a:rPr sz="5700" b="0">
                <a:solidFill>
                  <a:srgbClr val="9E4F3E"/>
                </a:solidFill>
              </a:rPr>
              <a:t>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14B4A-9512-434A-968F-48B412D2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9E4F3E"/>
                </a:solidFill>
              </a:defRPr>
            </a:defPPr>
            <a:lvl1pPr algn="ctr">
              <a:defRPr sz="1350" b="1">
                <a:solidFill>
                  <a:srgbClr val="9E4F3E"/>
                </a:solidFill>
              </a:defRPr>
            </a:lvl1pPr>
            <a:lvl2pPr algn="ctr">
              <a:defRPr sz="1350" b="1">
                <a:solidFill>
                  <a:srgbClr val="9E4F3E"/>
                </a:solidFill>
              </a:defRPr>
            </a:lvl2pPr>
            <a:lvl3pPr algn="ctr">
              <a:defRPr sz="1350" b="1">
                <a:solidFill>
                  <a:srgbClr val="9E4F3E"/>
                </a:solidFill>
              </a:defRPr>
            </a:lvl3pPr>
            <a:lvl4pPr algn="ctr">
              <a:defRPr sz="1350" b="1">
                <a:solidFill>
                  <a:srgbClr val="9E4F3E"/>
                </a:solidFill>
              </a:defRPr>
            </a:lvl4pPr>
            <a:lvl5pPr algn="ctr">
              <a:defRPr sz="1350" b="1">
                <a:solidFill>
                  <a:srgbClr val="9E4F3E"/>
                </a:solidFill>
              </a:defRPr>
            </a:lvl5pPr>
            <a:lvl6pPr algn="ctr">
              <a:defRPr sz="1350" b="1">
                <a:solidFill>
                  <a:srgbClr val="9E4F3E"/>
                </a:solidFill>
              </a:defRPr>
            </a:lvl6pPr>
            <a:lvl7pPr algn="ctr">
              <a:defRPr sz="1350" b="1">
                <a:solidFill>
                  <a:srgbClr val="9E4F3E"/>
                </a:solidFill>
              </a:defRPr>
            </a:lvl7pPr>
            <a:lvl8pPr algn="ctr">
              <a:defRPr sz="1350" b="1">
                <a:solidFill>
                  <a:srgbClr val="9E4F3E"/>
                </a:solidFill>
              </a:defRPr>
            </a:lvl8pPr>
            <a:lvl9pPr algn="ctr">
              <a:defRPr sz="13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9E4F3E"/>
                </a:solidFill>
              </a:defRPr>
            </a:pPr>
            <a:r>
              <a:rPr sz="1350" b="1">
                <a:solidFill>
                  <a:srgbClr val="9E4F3E"/>
                </a:solidFill>
              </a:rPr>
              <a:t>从一颗种子开始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2C4D5-EA56-4C2D-B71B-7F588604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D6258"/>
                </a:solidFill>
              </a:defRPr>
            </a:defPPr>
            <a:lvl1pPr algn="l">
              <a:defRPr sz="825" b="0">
                <a:solidFill>
                  <a:srgbClr val="6D6258"/>
                </a:solidFill>
              </a:defRPr>
            </a:lvl1pPr>
            <a:lvl2pPr algn="l">
              <a:defRPr sz="825" b="0">
                <a:solidFill>
                  <a:srgbClr val="6D6258"/>
                </a:solidFill>
              </a:defRPr>
            </a:lvl2pPr>
            <a:lvl3pPr algn="l">
              <a:defRPr sz="825" b="0">
                <a:solidFill>
                  <a:srgbClr val="6D6258"/>
                </a:solidFill>
              </a:defRPr>
            </a:lvl3pPr>
            <a:lvl4pPr algn="l">
              <a:defRPr sz="825" b="0">
                <a:solidFill>
                  <a:srgbClr val="6D6258"/>
                </a:solidFill>
              </a:defRPr>
            </a:lvl4pPr>
            <a:lvl5pPr algn="l">
              <a:defRPr sz="825" b="0">
                <a:solidFill>
                  <a:srgbClr val="6D6258"/>
                </a:solidFill>
              </a:defRPr>
            </a:lvl5pPr>
            <a:lvl6pPr algn="l">
              <a:defRPr sz="825" b="0">
                <a:solidFill>
                  <a:srgbClr val="6D6258"/>
                </a:solidFill>
              </a:defRPr>
            </a:lvl6pPr>
            <a:lvl7pPr algn="l">
              <a:defRPr sz="825" b="0">
                <a:solidFill>
                  <a:srgbClr val="6D6258"/>
                </a:solidFill>
              </a:defRPr>
            </a:lvl7pPr>
            <a:lvl8pPr algn="l">
              <a:defRPr sz="825" b="0">
                <a:solidFill>
                  <a:srgbClr val="6D6258"/>
                </a:solidFill>
              </a:defRPr>
            </a:lvl8pPr>
            <a:lvl9pPr algn="l">
              <a:defRPr sz="825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D6258"/>
                </a:solidFill>
              </a:defRPr>
            </a:pPr>
            <a:r>
              <a:rPr sz="825" b="0">
                <a:solidFill>
                  <a:srgbClr val="6D6258"/>
                </a:solidFill>
              </a:rPr>
              <a:t>项目定位：README.md / OPC参赛作品介绍.md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FB7BF-34DE-415F-854A-A691DCC4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E4F3E"/>
                </a:solidFill>
              </a:defRPr>
            </a:defPPr>
            <a:lvl1pPr algn="r">
              <a:defRPr sz="825" b="1">
                <a:solidFill>
                  <a:srgbClr val="9E4F3E"/>
                </a:solidFill>
              </a:defRPr>
            </a:lvl1pPr>
            <a:lvl2pPr algn="r">
              <a:defRPr sz="825" b="1">
                <a:solidFill>
                  <a:srgbClr val="9E4F3E"/>
                </a:solidFill>
              </a:defRPr>
            </a:lvl2pPr>
            <a:lvl3pPr algn="r">
              <a:defRPr sz="825" b="1">
                <a:solidFill>
                  <a:srgbClr val="9E4F3E"/>
                </a:solidFill>
              </a:defRPr>
            </a:lvl3pPr>
            <a:lvl4pPr algn="r">
              <a:defRPr sz="825" b="1">
                <a:solidFill>
                  <a:srgbClr val="9E4F3E"/>
                </a:solidFill>
              </a:defRPr>
            </a:lvl4pPr>
            <a:lvl5pPr algn="r">
              <a:defRPr sz="825" b="1">
                <a:solidFill>
                  <a:srgbClr val="9E4F3E"/>
                </a:solidFill>
              </a:defRPr>
            </a:lvl5pPr>
            <a:lvl6pPr algn="r">
              <a:defRPr sz="825" b="1">
                <a:solidFill>
                  <a:srgbClr val="9E4F3E"/>
                </a:solidFill>
              </a:defRPr>
            </a:lvl6pPr>
            <a:lvl7pPr algn="r">
              <a:defRPr sz="825" b="1">
                <a:solidFill>
                  <a:srgbClr val="9E4F3E"/>
                </a:solidFill>
              </a:defRPr>
            </a:lvl7pPr>
            <a:lvl8pPr algn="r">
              <a:defRPr sz="825" b="1">
                <a:solidFill>
                  <a:srgbClr val="9E4F3E"/>
                </a:solidFill>
              </a:defRPr>
            </a:lvl8pPr>
            <a:lvl9pPr algn="r">
              <a:defRPr sz="825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E4F3E"/>
                </a:solidFill>
              </a:defRPr>
            </a:pPr>
            <a:r>
              <a:rPr sz="825" b="1">
                <a:solidFill>
                  <a:srgbClr val="9E4F3E"/>
                </a:solidFill>
              </a:rPr>
              <a:t>天赋生长 · OPC</a:t>
            </a:r>
          </a:p>
        </p:txBody>
      </p:sp>
    </p:spTree>
    <p:extLst>
      <p:ext uri="{BB962C8B-B14F-4D97-AF65-F5344CB8AC3E}">
        <p14:creationId xmlns:p14="http://schemas.microsoft.com/office/powerpoint/2010/main" val="1975434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223A8-6980-4242-9588-5B779F9E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9E4F3E"/>
                </a:solidFill>
              </a:defRPr>
            </a:defPPr>
            <a:lvl1pPr algn="l">
              <a:defRPr sz="1050" b="1">
                <a:solidFill>
                  <a:srgbClr val="9E4F3E"/>
                </a:solidFill>
              </a:defRPr>
            </a:lvl1pPr>
            <a:lvl2pPr algn="l">
              <a:defRPr sz="1050" b="1">
                <a:solidFill>
                  <a:srgbClr val="9E4F3E"/>
                </a:solidFill>
              </a:defRPr>
            </a:lvl2pPr>
            <a:lvl3pPr algn="l">
              <a:defRPr sz="1050" b="1">
                <a:solidFill>
                  <a:srgbClr val="9E4F3E"/>
                </a:solidFill>
              </a:defRPr>
            </a:lvl3pPr>
            <a:lvl4pPr algn="l">
              <a:defRPr sz="1050" b="1">
                <a:solidFill>
                  <a:srgbClr val="9E4F3E"/>
                </a:solidFill>
              </a:defRPr>
            </a:lvl4pPr>
            <a:lvl5pPr algn="l">
              <a:defRPr sz="1050" b="1">
                <a:solidFill>
                  <a:srgbClr val="9E4F3E"/>
                </a:solidFill>
              </a:defRPr>
            </a:lvl5pPr>
            <a:lvl6pPr algn="l">
              <a:defRPr sz="1050" b="1">
                <a:solidFill>
                  <a:srgbClr val="9E4F3E"/>
                </a:solidFill>
              </a:defRPr>
            </a:lvl6pPr>
            <a:lvl7pPr algn="l">
              <a:defRPr sz="1050" b="1">
                <a:solidFill>
                  <a:srgbClr val="9E4F3E"/>
                </a:solidFill>
              </a:defRPr>
            </a:lvl7pPr>
            <a:lvl8pPr algn="l">
              <a:defRPr sz="1050" b="1">
                <a:solidFill>
                  <a:srgbClr val="9E4F3E"/>
                </a:solidFill>
              </a:defRPr>
            </a:lvl8pPr>
            <a:lvl9pPr algn="l">
              <a:defRPr sz="10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E4F3E"/>
                </a:solidFill>
              </a:defRPr>
            </a:pPr>
            <a:r>
              <a:rPr sz="1050" b="1">
                <a:solidFill>
                  <a:srgbClr val="9E4F3E"/>
                </a:solidFill>
              </a:rPr>
              <a:t>01 · 产品定位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4FA21-98F7-4C35-B304-90DAC420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2F2A24"/>
                </a:solidFill>
              </a:defRPr>
            </a:defPPr>
            <a:lvl1pPr algn="l">
              <a:defRPr sz="2400" b="1">
                <a:solidFill>
                  <a:srgbClr val="2F2A24"/>
                </a:solidFill>
              </a:defRPr>
            </a:lvl1pPr>
            <a:lvl2pPr algn="l">
              <a:defRPr sz="2400" b="1">
                <a:solidFill>
                  <a:srgbClr val="2F2A24"/>
                </a:solidFill>
              </a:defRPr>
            </a:lvl2pPr>
            <a:lvl3pPr algn="l">
              <a:defRPr sz="2400" b="1">
                <a:solidFill>
                  <a:srgbClr val="2F2A24"/>
                </a:solidFill>
              </a:defRPr>
            </a:lvl3pPr>
            <a:lvl4pPr algn="l">
              <a:defRPr sz="2400" b="1">
                <a:solidFill>
                  <a:srgbClr val="2F2A24"/>
                </a:solidFill>
              </a:defRPr>
            </a:lvl4pPr>
            <a:lvl5pPr algn="l">
              <a:defRPr sz="2400" b="1">
                <a:solidFill>
                  <a:srgbClr val="2F2A24"/>
                </a:solidFill>
              </a:defRPr>
            </a:lvl5pPr>
            <a:lvl6pPr algn="l">
              <a:defRPr sz="2400" b="1">
                <a:solidFill>
                  <a:srgbClr val="2F2A24"/>
                </a:solidFill>
              </a:defRPr>
            </a:lvl6pPr>
            <a:lvl7pPr algn="l">
              <a:defRPr sz="2400" b="1">
                <a:solidFill>
                  <a:srgbClr val="2F2A24"/>
                </a:solidFill>
              </a:defRPr>
            </a:lvl7pPr>
            <a:lvl8pPr algn="l">
              <a:defRPr sz="2400" b="1">
                <a:solidFill>
                  <a:srgbClr val="2F2A24"/>
                </a:solidFill>
              </a:defRPr>
            </a:lvl8pPr>
            <a:lvl9pPr algn="l">
              <a:defRPr sz="2400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F2A24"/>
                </a:solidFill>
              </a:defRPr>
            </a:pPr>
            <a:r>
              <a:rPr sz="2400" b="1">
                <a:solidFill>
                  <a:srgbClr val="2F2A24"/>
                </a:solidFill>
              </a:rPr>
              <a:t>把一次表现，变成可继续的探索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37037-CA39-4ABF-AAD5-78C8B7EC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D6258"/>
                </a:solidFill>
              </a:defRPr>
            </a:defPPr>
            <a:lvl1pPr algn="r">
              <a:defRPr sz="1125" b="1">
                <a:solidFill>
                  <a:srgbClr val="6D6258"/>
                </a:solidFill>
              </a:defRPr>
            </a:lvl1pPr>
            <a:lvl2pPr algn="r">
              <a:defRPr sz="1125" b="1">
                <a:solidFill>
                  <a:srgbClr val="6D6258"/>
                </a:solidFill>
              </a:defRPr>
            </a:lvl2pPr>
            <a:lvl3pPr algn="r">
              <a:defRPr sz="1125" b="1">
                <a:solidFill>
                  <a:srgbClr val="6D6258"/>
                </a:solidFill>
              </a:defRPr>
            </a:lvl3pPr>
            <a:lvl4pPr algn="r">
              <a:defRPr sz="1125" b="1">
                <a:solidFill>
                  <a:srgbClr val="6D6258"/>
                </a:solidFill>
              </a:defRPr>
            </a:lvl4pPr>
            <a:lvl5pPr algn="r">
              <a:defRPr sz="1125" b="1">
                <a:solidFill>
                  <a:srgbClr val="6D6258"/>
                </a:solidFill>
              </a:defRPr>
            </a:lvl5pPr>
            <a:lvl6pPr algn="r">
              <a:defRPr sz="1125" b="1">
                <a:solidFill>
                  <a:srgbClr val="6D6258"/>
                </a:solidFill>
              </a:defRPr>
            </a:lvl6pPr>
            <a:lvl7pPr algn="r">
              <a:defRPr sz="1125" b="1">
                <a:solidFill>
                  <a:srgbClr val="6D6258"/>
                </a:solidFill>
              </a:defRPr>
            </a:lvl7pPr>
            <a:lvl8pPr algn="r">
              <a:defRPr sz="1125" b="1">
                <a:solidFill>
                  <a:srgbClr val="6D6258"/>
                </a:solidFill>
              </a:defRPr>
            </a:lvl8pPr>
            <a:lvl9pPr algn="r">
              <a:defRPr sz="1125" b="1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D6258"/>
                </a:solidFill>
              </a:defRPr>
            </a:pPr>
            <a:r>
              <a:rPr sz="1125" b="1">
                <a:solidFill>
                  <a:srgbClr val="6D625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8C6D0-73E8-4597-8578-897EEC28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B5DDF-52F3-412B-BCD7-33EA6D20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D6258"/>
                </a:solidFill>
              </a:defRPr>
            </a:defPPr>
            <a:lvl1pPr algn="l">
              <a:defRPr sz="1575" b="0">
                <a:solidFill>
                  <a:srgbClr val="6D6258"/>
                </a:solidFill>
              </a:defRPr>
            </a:lvl1pPr>
            <a:lvl2pPr algn="l">
              <a:defRPr sz="1575" b="0">
                <a:solidFill>
                  <a:srgbClr val="6D6258"/>
                </a:solidFill>
              </a:defRPr>
            </a:lvl2pPr>
            <a:lvl3pPr algn="l">
              <a:defRPr sz="1575" b="0">
                <a:solidFill>
                  <a:srgbClr val="6D6258"/>
                </a:solidFill>
              </a:defRPr>
            </a:lvl3pPr>
            <a:lvl4pPr algn="l">
              <a:defRPr sz="1575" b="0">
                <a:solidFill>
                  <a:srgbClr val="6D6258"/>
                </a:solidFill>
              </a:defRPr>
            </a:lvl4pPr>
            <a:lvl5pPr algn="l">
              <a:defRPr sz="1575" b="0">
                <a:solidFill>
                  <a:srgbClr val="6D6258"/>
                </a:solidFill>
              </a:defRPr>
            </a:lvl5pPr>
            <a:lvl6pPr algn="l">
              <a:defRPr sz="1575" b="0">
                <a:solidFill>
                  <a:srgbClr val="6D6258"/>
                </a:solidFill>
              </a:defRPr>
            </a:lvl6pPr>
            <a:lvl7pPr algn="l">
              <a:defRPr sz="1575" b="0">
                <a:solidFill>
                  <a:srgbClr val="6D6258"/>
                </a:solidFill>
              </a:defRPr>
            </a:lvl7pPr>
            <a:lvl8pPr algn="l">
              <a:defRPr sz="1575" b="0">
                <a:solidFill>
                  <a:srgbClr val="6D6258"/>
                </a:solidFill>
              </a:defRPr>
            </a:lvl8pPr>
            <a:lvl9pPr algn="l">
              <a:defRPr sz="1575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D6258"/>
                </a:solidFill>
              </a:defRPr>
            </a:pPr>
            <a:r>
              <a:rPr sz="1575" b="0">
                <a:solidFill>
                  <a:srgbClr val="6D6258"/>
                </a:solidFill>
              </a:rPr>
              <a:t>家长带着真实困惑来，服务者帮忙把观察变成下一步。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53859-F2F1-4450-A82B-B0ED4E6A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480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6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639A2-A108-4539-9D8D-7FDD944F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E4F3E"/>
                </a:solidFill>
              </a:defRPr>
            </a:defPPr>
            <a:lvl1pPr algn="l">
              <a:defRPr sz="1200" b="1">
                <a:solidFill>
                  <a:srgbClr val="9E4F3E"/>
                </a:solidFill>
              </a:defRPr>
            </a:lvl1pPr>
            <a:lvl2pPr algn="l">
              <a:defRPr sz="1200" b="1">
                <a:solidFill>
                  <a:srgbClr val="9E4F3E"/>
                </a:solidFill>
              </a:defRPr>
            </a:lvl2pPr>
            <a:lvl3pPr algn="l">
              <a:defRPr sz="1200" b="1">
                <a:solidFill>
                  <a:srgbClr val="9E4F3E"/>
                </a:solidFill>
              </a:defRPr>
            </a:lvl3pPr>
            <a:lvl4pPr algn="l">
              <a:defRPr sz="1200" b="1">
                <a:solidFill>
                  <a:srgbClr val="9E4F3E"/>
                </a:solidFill>
              </a:defRPr>
            </a:lvl4pPr>
            <a:lvl5pPr algn="l">
              <a:defRPr sz="1200" b="1">
                <a:solidFill>
                  <a:srgbClr val="9E4F3E"/>
                </a:solidFill>
              </a:defRPr>
            </a:lvl5pPr>
            <a:lvl6pPr algn="l">
              <a:defRPr sz="1200" b="1">
                <a:solidFill>
                  <a:srgbClr val="9E4F3E"/>
                </a:solidFill>
              </a:defRPr>
            </a:lvl6pPr>
            <a:lvl7pPr algn="l">
              <a:defRPr sz="1200" b="1">
                <a:solidFill>
                  <a:srgbClr val="9E4F3E"/>
                </a:solidFill>
              </a:defRPr>
            </a:lvl7pPr>
            <a:lvl8pPr algn="l">
              <a:defRPr sz="1200" b="1">
                <a:solidFill>
                  <a:srgbClr val="9E4F3E"/>
                </a:solidFill>
              </a:defRPr>
            </a:lvl8pPr>
            <a:lvl9pPr algn="l">
              <a:defRPr sz="120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9E4F3E"/>
                </a:solidFill>
              </a:defRPr>
            </a:pPr>
            <a:r>
              <a:rPr sz="1200" b="1">
                <a:solidFill>
                  <a:srgbClr val="9E4F3E"/>
                </a:solidFill>
              </a:rPr>
              <a:t>常见困惑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CBE38-C338-4DF7-8698-9E076EC8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2F2A24"/>
                </a:solidFill>
              </a:defRPr>
            </a:defPPr>
            <a:lvl1pPr algn="l">
              <a:defRPr sz="2025" b="1">
                <a:solidFill>
                  <a:srgbClr val="2F2A24"/>
                </a:solidFill>
              </a:defRPr>
            </a:lvl1pPr>
            <a:lvl2pPr algn="l">
              <a:defRPr sz="2025" b="1">
                <a:solidFill>
                  <a:srgbClr val="2F2A24"/>
                </a:solidFill>
              </a:defRPr>
            </a:lvl2pPr>
            <a:lvl3pPr algn="l">
              <a:defRPr sz="2025" b="1">
                <a:solidFill>
                  <a:srgbClr val="2F2A24"/>
                </a:solidFill>
              </a:defRPr>
            </a:lvl3pPr>
            <a:lvl4pPr algn="l">
              <a:defRPr sz="2025" b="1">
                <a:solidFill>
                  <a:srgbClr val="2F2A24"/>
                </a:solidFill>
              </a:defRPr>
            </a:lvl4pPr>
            <a:lvl5pPr algn="l">
              <a:defRPr sz="2025" b="1">
                <a:solidFill>
                  <a:srgbClr val="2F2A24"/>
                </a:solidFill>
              </a:defRPr>
            </a:lvl5pPr>
            <a:lvl6pPr algn="l">
              <a:defRPr sz="2025" b="1">
                <a:solidFill>
                  <a:srgbClr val="2F2A24"/>
                </a:solidFill>
              </a:defRPr>
            </a:lvl6pPr>
            <a:lvl7pPr algn="l">
              <a:defRPr sz="2025" b="1">
                <a:solidFill>
                  <a:srgbClr val="2F2A24"/>
                </a:solidFill>
              </a:defRPr>
            </a:lvl7pPr>
            <a:lvl8pPr algn="l">
              <a:defRPr sz="2025" b="1">
                <a:solidFill>
                  <a:srgbClr val="2F2A24"/>
                </a:solidFill>
              </a:defRPr>
            </a:lvl8pPr>
            <a:lvl9pPr algn="l">
              <a:defRPr sz="2025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2A24"/>
                </a:solidFill>
              </a:defRPr>
            </a:pPr>
            <a:r>
              <a:rPr sz="2025" b="1">
                <a:solidFill>
                  <a:srgbClr val="2F2A24"/>
                </a:solidFill>
              </a:rPr>
              <a:t>“孩子喜欢搭积木，</a:t>
            </a:r>
          </a:p>
          <a:p xmlns:a="http://schemas.openxmlformats.org/drawingml/2006/main">
            <a:pPr algn="l">
              <a:defRPr sz="2025" b="1">
                <a:solidFill>
                  <a:srgbClr val="2F2A24"/>
                </a:solidFill>
              </a:defRPr>
            </a:pPr>
            <a:r>
              <a:rPr sz="2025" b="1">
                <a:solidFill>
                  <a:srgbClr val="2F2A24"/>
                </a:solidFill>
              </a:rPr>
              <a:t>却总是中途离开。”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F26B4-AA5D-4159-B3BF-C7E07519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D6258"/>
                </a:solidFill>
              </a:defRPr>
            </a:defPPr>
            <a:lvl1pPr algn="l">
              <a:defRPr sz="1200" b="0">
                <a:solidFill>
                  <a:srgbClr val="6D6258"/>
                </a:solidFill>
              </a:defRPr>
            </a:lvl1pPr>
            <a:lvl2pPr algn="l">
              <a:defRPr sz="1200" b="0">
                <a:solidFill>
                  <a:srgbClr val="6D6258"/>
                </a:solidFill>
              </a:defRPr>
            </a:lvl2pPr>
            <a:lvl3pPr algn="l">
              <a:defRPr sz="1200" b="0">
                <a:solidFill>
                  <a:srgbClr val="6D6258"/>
                </a:solidFill>
              </a:defRPr>
            </a:lvl3pPr>
            <a:lvl4pPr algn="l">
              <a:defRPr sz="1200" b="0">
                <a:solidFill>
                  <a:srgbClr val="6D6258"/>
                </a:solidFill>
              </a:defRPr>
            </a:lvl4pPr>
            <a:lvl5pPr algn="l">
              <a:defRPr sz="1200" b="0">
                <a:solidFill>
                  <a:srgbClr val="6D6258"/>
                </a:solidFill>
              </a:defRPr>
            </a:lvl5pPr>
            <a:lvl6pPr algn="l">
              <a:defRPr sz="1200" b="0">
                <a:solidFill>
                  <a:srgbClr val="6D6258"/>
                </a:solidFill>
              </a:defRPr>
            </a:lvl6pPr>
            <a:lvl7pPr algn="l">
              <a:defRPr sz="1200" b="0">
                <a:solidFill>
                  <a:srgbClr val="6D6258"/>
                </a:solidFill>
              </a:defRPr>
            </a:lvl7pPr>
            <a:lvl8pPr algn="l">
              <a:defRPr sz="1200" b="0">
                <a:solidFill>
                  <a:srgbClr val="6D6258"/>
                </a:solidFill>
              </a:defRPr>
            </a:lvl8pPr>
            <a:lvl9pPr algn="l">
              <a:defRPr sz="1200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一次表现很容易被误读成稳定能力。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3E45D-858D-4E1B-993B-5AAD80B6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33625"/>
            <a:ext cx="30480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78AA5-7F34-44C3-8FCC-51B63FAA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66836D"/>
                </a:solidFill>
              </a:defRPr>
            </a:defPPr>
            <a:lvl1pPr algn="l">
              <a:defRPr sz="1200" b="1">
                <a:solidFill>
                  <a:srgbClr val="66836D"/>
                </a:solidFill>
              </a:defRPr>
            </a:lvl1pPr>
            <a:lvl2pPr algn="l">
              <a:defRPr sz="1200" b="1">
                <a:solidFill>
                  <a:srgbClr val="66836D"/>
                </a:solidFill>
              </a:defRPr>
            </a:lvl2pPr>
            <a:lvl3pPr algn="l">
              <a:defRPr sz="1200" b="1">
                <a:solidFill>
                  <a:srgbClr val="66836D"/>
                </a:solidFill>
              </a:defRPr>
            </a:lvl3pPr>
            <a:lvl4pPr algn="l">
              <a:defRPr sz="1200" b="1">
                <a:solidFill>
                  <a:srgbClr val="66836D"/>
                </a:solidFill>
              </a:defRPr>
            </a:lvl4pPr>
            <a:lvl5pPr algn="l">
              <a:defRPr sz="1200" b="1">
                <a:solidFill>
                  <a:srgbClr val="66836D"/>
                </a:solidFill>
              </a:defRPr>
            </a:lvl5pPr>
            <a:lvl6pPr algn="l">
              <a:defRPr sz="1200" b="1">
                <a:solidFill>
                  <a:srgbClr val="66836D"/>
                </a:solidFill>
              </a:defRPr>
            </a:lvl6pPr>
            <a:lvl7pPr algn="l">
              <a:defRPr sz="1200" b="1">
                <a:solidFill>
                  <a:srgbClr val="66836D"/>
                </a:solidFill>
              </a:defRPr>
            </a:lvl7pPr>
            <a:lvl8pPr algn="l">
              <a:defRPr sz="1200" b="1">
                <a:solidFill>
                  <a:srgbClr val="66836D"/>
                </a:solidFill>
              </a:defRPr>
            </a:lvl8pPr>
            <a:lvl9pPr algn="l">
              <a:defRPr sz="1200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6836D"/>
                </a:solidFill>
              </a:defRPr>
            </a:pPr>
            <a:r>
              <a:rPr sz="1200" b="1">
                <a:solidFill>
                  <a:srgbClr val="66836D"/>
                </a:solidFill>
              </a:rPr>
              <a:t>产品回答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D4A52-E5E4-4F75-ABB9-ED653377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00375"/>
            <a:ext cx="2428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F2A24"/>
                </a:solidFill>
              </a:defRPr>
            </a:defPPr>
            <a:lvl1pPr algn="l">
              <a:defRPr sz="1875" b="1">
                <a:solidFill>
                  <a:srgbClr val="2F2A24"/>
                </a:solidFill>
              </a:defRPr>
            </a:lvl1pPr>
            <a:lvl2pPr algn="l">
              <a:defRPr sz="1875" b="1">
                <a:solidFill>
                  <a:srgbClr val="2F2A24"/>
                </a:solidFill>
              </a:defRPr>
            </a:lvl2pPr>
            <a:lvl3pPr algn="l">
              <a:defRPr sz="1875" b="1">
                <a:solidFill>
                  <a:srgbClr val="2F2A24"/>
                </a:solidFill>
              </a:defRPr>
            </a:lvl3pPr>
            <a:lvl4pPr algn="l">
              <a:defRPr sz="1875" b="1">
                <a:solidFill>
                  <a:srgbClr val="2F2A24"/>
                </a:solidFill>
              </a:defRPr>
            </a:lvl4pPr>
            <a:lvl5pPr algn="l">
              <a:defRPr sz="1875" b="1">
                <a:solidFill>
                  <a:srgbClr val="2F2A24"/>
                </a:solidFill>
              </a:defRPr>
            </a:lvl5pPr>
            <a:lvl6pPr algn="l">
              <a:defRPr sz="1875" b="1">
                <a:solidFill>
                  <a:srgbClr val="2F2A24"/>
                </a:solidFill>
              </a:defRPr>
            </a:lvl6pPr>
            <a:lvl7pPr algn="l">
              <a:defRPr sz="1875" b="1">
                <a:solidFill>
                  <a:srgbClr val="2F2A24"/>
                </a:solidFill>
              </a:defRPr>
            </a:lvl7pPr>
            <a:lvl8pPr algn="l">
              <a:defRPr sz="1875" b="1">
                <a:solidFill>
                  <a:srgbClr val="2F2A24"/>
                </a:solidFill>
              </a:defRPr>
            </a:lvl8pPr>
            <a:lvl9pPr algn="l">
              <a:defRPr sz="1875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F2A24"/>
                </a:solidFill>
              </a:defRPr>
            </a:pPr>
            <a:r>
              <a:rPr sz="1875" b="1">
                <a:solidFill>
                  <a:srgbClr val="2F2A24"/>
                </a:solidFill>
              </a:rPr>
              <a:t>这次发生了什么？</a:t>
            </a:r>
          </a:p>
          <a:p xmlns:a="http://schemas.openxmlformats.org/drawingml/2006/main">
            <a:pPr algn="l">
              <a:defRPr sz="1875" b="1">
                <a:solidFill>
                  <a:srgbClr val="2F2A24"/>
                </a:solidFill>
              </a:defRPr>
            </a:pPr>
            <a:r>
              <a:rPr sz="1875" b="1">
                <a:solidFill>
                  <a:srgbClr val="2F2A24"/>
                </a:solidFill>
              </a:rPr>
              <a:t>什么条件让人愿意继续？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3D70B-A54F-41F2-9F71-8CF3DF41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76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D6258"/>
                </a:solidFill>
              </a:defRPr>
            </a:defPPr>
            <a:lvl1pPr algn="l">
              <a:defRPr sz="1200" b="0">
                <a:solidFill>
                  <a:srgbClr val="6D6258"/>
                </a:solidFill>
              </a:defRPr>
            </a:lvl1pPr>
            <a:lvl2pPr algn="l">
              <a:defRPr sz="1200" b="0">
                <a:solidFill>
                  <a:srgbClr val="6D6258"/>
                </a:solidFill>
              </a:defRPr>
            </a:lvl2pPr>
            <a:lvl3pPr algn="l">
              <a:defRPr sz="1200" b="0">
                <a:solidFill>
                  <a:srgbClr val="6D6258"/>
                </a:solidFill>
              </a:defRPr>
            </a:lvl3pPr>
            <a:lvl4pPr algn="l">
              <a:defRPr sz="1200" b="0">
                <a:solidFill>
                  <a:srgbClr val="6D6258"/>
                </a:solidFill>
              </a:defRPr>
            </a:lvl4pPr>
            <a:lvl5pPr algn="l">
              <a:defRPr sz="1200" b="0">
                <a:solidFill>
                  <a:srgbClr val="6D6258"/>
                </a:solidFill>
              </a:defRPr>
            </a:lvl5pPr>
            <a:lvl6pPr algn="l">
              <a:defRPr sz="1200" b="0">
                <a:solidFill>
                  <a:srgbClr val="6D6258"/>
                </a:solidFill>
              </a:defRPr>
            </a:lvl6pPr>
            <a:lvl7pPr algn="l">
              <a:defRPr sz="1200" b="0">
                <a:solidFill>
                  <a:srgbClr val="6D6258"/>
                </a:solidFill>
              </a:defRPr>
            </a:lvl7pPr>
            <a:lvl8pPr algn="l">
              <a:defRPr sz="1200" b="0">
                <a:solidFill>
                  <a:srgbClr val="6D6258"/>
                </a:solidFill>
              </a:defRPr>
            </a:lvl8pPr>
            <a:lvl9pPr algn="l">
              <a:defRPr sz="1200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把问题拆成可参与、可回看的小步。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BDACE-EEE8-4281-84D1-DF94DDE5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33625"/>
            <a:ext cx="31623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3EC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ECB0E-0BDF-480B-8A3C-C419D4BF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D6A85B"/>
                </a:solidFill>
              </a:defRPr>
            </a:defPPr>
            <a:lvl1pPr algn="l">
              <a:defRPr sz="1200" b="1">
                <a:solidFill>
                  <a:srgbClr val="D6A85B"/>
                </a:solidFill>
              </a:defRPr>
            </a:lvl1pPr>
            <a:lvl2pPr algn="l">
              <a:defRPr sz="1200" b="1">
                <a:solidFill>
                  <a:srgbClr val="D6A85B"/>
                </a:solidFill>
              </a:defRPr>
            </a:lvl2pPr>
            <a:lvl3pPr algn="l">
              <a:defRPr sz="1200" b="1">
                <a:solidFill>
                  <a:srgbClr val="D6A85B"/>
                </a:solidFill>
              </a:defRPr>
            </a:lvl3pPr>
            <a:lvl4pPr algn="l">
              <a:defRPr sz="1200" b="1">
                <a:solidFill>
                  <a:srgbClr val="D6A85B"/>
                </a:solidFill>
              </a:defRPr>
            </a:lvl4pPr>
            <a:lvl5pPr algn="l">
              <a:defRPr sz="1200" b="1">
                <a:solidFill>
                  <a:srgbClr val="D6A85B"/>
                </a:solidFill>
              </a:defRPr>
            </a:lvl5pPr>
            <a:lvl6pPr algn="l">
              <a:defRPr sz="1200" b="1">
                <a:solidFill>
                  <a:srgbClr val="D6A85B"/>
                </a:solidFill>
              </a:defRPr>
            </a:lvl6pPr>
            <a:lvl7pPr algn="l">
              <a:defRPr sz="1200" b="1">
                <a:solidFill>
                  <a:srgbClr val="D6A85B"/>
                </a:solidFill>
              </a:defRPr>
            </a:lvl7pPr>
            <a:lvl8pPr algn="l">
              <a:defRPr sz="1200" b="1">
                <a:solidFill>
                  <a:srgbClr val="D6A85B"/>
                </a:solidFill>
              </a:defRPr>
            </a:lvl8pPr>
            <a:lvl9pPr algn="l">
              <a:defRPr sz="1200" b="1">
                <a:solidFill>
                  <a:srgbClr val="D6A85B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6A85B"/>
                </a:solidFill>
              </a:defRPr>
            </a:pPr>
            <a:r>
              <a:rPr sz="1200" b="1">
                <a:solidFill>
                  <a:srgbClr val="D6A85B"/>
                </a:solidFill>
              </a:rPr>
              <a:t>服务结果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4C51A-39D8-4969-B31F-EDA08DF8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00375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2F2A24"/>
                </a:solidFill>
              </a:defRPr>
            </a:defPPr>
            <a:lvl1pPr algn="l">
              <a:defRPr sz="2025" b="1">
                <a:solidFill>
                  <a:srgbClr val="2F2A24"/>
                </a:solidFill>
              </a:defRPr>
            </a:lvl1pPr>
            <a:lvl2pPr algn="l">
              <a:defRPr sz="2025" b="1">
                <a:solidFill>
                  <a:srgbClr val="2F2A24"/>
                </a:solidFill>
              </a:defRPr>
            </a:lvl2pPr>
            <a:lvl3pPr algn="l">
              <a:defRPr sz="2025" b="1">
                <a:solidFill>
                  <a:srgbClr val="2F2A24"/>
                </a:solidFill>
              </a:defRPr>
            </a:lvl3pPr>
            <a:lvl4pPr algn="l">
              <a:defRPr sz="2025" b="1">
                <a:solidFill>
                  <a:srgbClr val="2F2A24"/>
                </a:solidFill>
              </a:defRPr>
            </a:lvl4pPr>
            <a:lvl5pPr algn="l">
              <a:defRPr sz="2025" b="1">
                <a:solidFill>
                  <a:srgbClr val="2F2A24"/>
                </a:solidFill>
              </a:defRPr>
            </a:lvl5pPr>
            <a:lvl6pPr algn="l">
              <a:defRPr sz="2025" b="1">
                <a:solidFill>
                  <a:srgbClr val="2F2A24"/>
                </a:solidFill>
              </a:defRPr>
            </a:lvl6pPr>
            <a:lvl7pPr algn="l">
              <a:defRPr sz="2025" b="1">
                <a:solidFill>
                  <a:srgbClr val="2F2A24"/>
                </a:solidFill>
              </a:defRPr>
            </a:lvl7pPr>
            <a:lvl8pPr algn="l">
              <a:defRPr sz="2025" b="1">
                <a:solidFill>
                  <a:srgbClr val="2F2A24"/>
                </a:solidFill>
              </a:defRPr>
            </a:lvl8pPr>
            <a:lvl9pPr algn="l">
              <a:defRPr sz="2025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2A24"/>
                </a:solidFill>
              </a:defRPr>
            </a:pPr>
            <a:r>
              <a:rPr sz="2025" b="1">
                <a:solidFill>
                  <a:srgbClr val="2F2A24"/>
                </a:solidFill>
              </a:rPr>
              <a:t>7 / 14 天探索方案</a:t>
            </a:r>
          </a:p>
          <a:p xmlns:a="http://schemas.openxmlformats.org/drawingml/2006/main">
            <a:pPr algn="l">
              <a:defRPr sz="2025" b="1">
                <a:solidFill>
                  <a:srgbClr val="2F2A24"/>
                </a:solidFill>
              </a:defRPr>
            </a:pPr>
            <a:r>
              <a:rPr sz="2025" b="1">
                <a:solidFill>
                  <a:srgbClr val="2F2A24"/>
                </a:solidFill>
              </a:rPr>
              <a:t>+ 阶段回顾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A79E5-770F-457D-B0F4-D86FC56A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76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D6258"/>
                </a:solidFill>
              </a:defRPr>
            </a:defPPr>
            <a:lvl1pPr algn="l">
              <a:defRPr sz="1200" b="0">
                <a:solidFill>
                  <a:srgbClr val="6D6258"/>
                </a:solidFill>
              </a:defRPr>
            </a:lvl1pPr>
            <a:lvl2pPr algn="l">
              <a:defRPr sz="1200" b="0">
                <a:solidFill>
                  <a:srgbClr val="6D6258"/>
                </a:solidFill>
              </a:defRPr>
            </a:lvl2pPr>
            <a:lvl3pPr algn="l">
              <a:defRPr sz="1200" b="0">
                <a:solidFill>
                  <a:srgbClr val="6D6258"/>
                </a:solidFill>
              </a:defRPr>
            </a:lvl3pPr>
            <a:lvl4pPr algn="l">
              <a:defRPr sz="1200" b="0">
                <a:solidFill>
                  <a:srgbClr val="6D6258"/>
                </a:solidFill>
              </a:defRPr>
            </a:lvl4pPr>
            <a:lvl5pPr algn="l">
              <a:defRPr sz="1200" b="0">
                <a:solidFill>
                  <a:srgbClr val="6D6258"/>
                </a:solidFill>
              </a:defRPr>
            </a:lvl5pPr>
            <a:lvl6pPr algn="l">
              <a:defRPr sz="1200" b="0">
                <a:solidFill>
                  <a:srgbClr val="6D6258"/>
                </a:solidFill>
              </a:defRPr>
            </a:lvl6pPr>
            <a:lvl7pPr algn="l">
              <a:defRPr sz="1200" b="0">
                <a:solidFill>
                  <a:srgbClr val="6D6258"/>
                </a:solidFill>
              </a:defRPr>
            </a:lvl7pPr>
            <a:lvl8pPr algn="l">
              <a:defRPr sz="1200" b="0">
                <a:solidFill>
                  <a:srgbClr val="6D6258"/>
                </a:solidFill>
              </a:defRPr>
            </a:lvl8pPr>
            <a:lvl9pPr algn="l">
              <a:defRPr sz="1200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不输出天赋分数、排名或职业预测。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8700F-B4D5-43F5-8016-73E8B192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D6258"/>
                </a:solidFill>
              </a:defRPr>
            </a:defPPr>
            <a:lvl1pPr algn="l">
              <a:defRPr sz="825" b="0">
                <a:solidFill>
                  <a:srgbClr val="6D6258"/>
                </a:solidFill>
              </a:defRPr>
            </a:lvl1pPr>
            <a:lvl2pPr algn="l">
              <a:defRPr sz="825" b="0">
                <a:solidFill>
                  <a:srgbClr val="6D6258"/>
                </a:solidFill>
              </a:defRPr>
            </a:lvl2pPr>
            <a:lvl3pPr algn="l">
              <a:defRPr sz="825" b="0">
                <a:solidFill>
                  <a:srgbClr val="6D6258"/>
                </a:solidFill>
              </a:defRPr>
            </a:lvl3pPr>
            <a:lvl4pPr algn="l">
              <a:defRPr sz="825" b="0">
                <a:solidFill>
                  <a:srgbClr val="6D6258"/>
                </a:solidFill>
              </a:defRPr>
            </a:lvl4pPr>
            <a:lvl5pPr algn="l">
              <a:defRPr sz="825" b="0">
                <a:solidFill>
                  <a:srgbClr val="6D6258"/>
                </a:solidFill>
              </a:defRPr>
            </a:lvl5pPr>
            <a:lvl6pPr algn="l">
              <a:defRPr sz="825" b="0">
                <a:solidFill>
                  <a:srgbClr val="6D6258"/>
                </a:solidFill>
              </a:defRPr>
            </a:lvl6pPr>
            <a:lvl7pPr algn="l">
              <a:defRPr sz="825" b="0">
                <a:solidFill>
                  <a:srgbClr val="6D6258"/>
                </a:solidFill>
              </a:defRPr>
            </a:lvl7pPr>
            <a:lvl8pPr algn="l">
              <a:defRPr sz="825" b="0">
                <a:solidFill>
                  <a:srgbClr val="6D6258"/>
                </a:solidFill>
              </a:defRPr>
            </a:lvl8pPr>
            <a:lvl9pPr algn="l">
              <a:defRPr sz="825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D6258"/>
                </a:solidFill>
              </a:defRPr>
            </a:pPr>
            <a:r>
              <a:rPr sz="825" b="0">
                <a:solidFill>
                  <a:srgbClr val="6D6258"/>
                </a:solidFill>
              </a:rPr>
              <a:t>来源：OPC服务说明-天赋花园.md / OPC参赛作品介绍.md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232993-1D96-436E-B558-FFE39E85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E4F3E"/>
                </a:solidFill>
              </a:defRPr>
            </a:defPPr>
            <a:lvl1pPr algn="r">
              <a:defRPr sz="825" b="1">
                <a:solidFill>
                  <a:srgbClr val="9E4F3E"/>
                </a:solidFill>
              </a:defRPr>
            </a:lvl1pPr>
            <a:lvl2pPr algn="r">
              <a:defRPr sz="825" b="1">
                <a:solidFill>
                  <a:srgbClr val="9E4F3E"/>
                </a:solidFill>
              </a:defRPr>
            </a:lvl2pPr>
            <a:lvl3pPr algn="r">
              <a:defRPr sz="825" b="1">
                <a:solidFill>
                  <a:srgbClr val="9E4F3E"/>
                </a:solidFill>
              </a:defRPr>
            </a:lvl3pPr>
            <a:lvl4pPr algn="r">
              <a:defRPr sz="825" b="1">
                <a:solidFill>
                  <a:srgbClr val="9E4F3E"/>
                </a:solidFill>
              </a:defRPr>
            </a:lvl4pPr>
            <a:lvl5pPr algn="r">
              <a:defRPr sz="825" b="1">
                <a:solidFill>
                  <a:srgbClr val="9E4F3E"/>
                </a:solidFill>
              </a:defRPr>
            </a:lvl5pPr>
            <a:lvl6pPr algn="r">
              <a:defRPr sz="825" b="1">
                <a:solidFill>
                  <a:srgbClr val="9E4F3E"/>
                </a:solidFill>
              </a:defRPr>
            </a:lvl6pPr>
            <a:lvl7pPr algn="r">
              <a:defRPr sz="825" b="1">
                <a:solidFill>
                  <a:srgbClr val="9E4F3E"/>
                </a:solidFill>
              </a:defRPr>
            </a:lvl7pPr>
            <a:lvl8pPr algn="r">
              <a:defRPr sz="825" b="1">
                <a:solidFill>
                  <a:srgbClr val="9E4F3E"/>
                </a:solidFill>
              </a:defRPr>
            </a:lvl8pPr>
            <a:lvl9pPr algn="r">
              <a:defRPr sz="825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E4F3E"/>
                </a:solidFill>
              </a:defRPr>
            </a:pPr>
            <a:r>
              <a:rPr sz="825" b="1">
                <a:solidFill>
                  <a:srgbClr val="9E4F3E"/>
                </a:solidFill>
              </a:rPr>
              <a:t>天赋生长 · OPC</a:t>
            </a:r>
          </a:p>
        </p:txBody>
      </p:sp>
    </p:spTree>
    <p:extLst>
      <p:ext uri="{BB962C8B-B14F-4D97-AF65-F5344CB8AC3E}">
        <p14:creationId xmlns:p14="http://schemas.microsoft.com/office/powerpoint/2010/main" val="974376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546E69-6B2E-4425-AE05-94EE938C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9E4F3E"/>
                </a:solidFill>
              </a:defRPr>
            </a:defPPr>
            <a:lvl1pPr algn="l">
              <a:defRPr sz="1050" b="1">
                <a:solidFill>
                  <a:srgbClr val="9E4F3E"/>
                </a:solidFill>
              </a:defRPr>
            </a:lvl1pPr>
            <a:lvl2pPr algn="l">
              <a:defRPr sz="1050" b="1">
                <a:solidFill>
                  <a:srgbClr val="9E4F3E"/>
                </a:solidFill>
              </a:defRPr>
            </a:lvl2pPr>
            <a:lvl3pPr algn="l">
              <a:defRPr sz="1050" b="1">
                <a:solidFill>
                  <a:srgbClr val="9E4F3E"/>
                </a:solidFill>
              </a:defRPr>
            </a:lvl3pPr>
            <a:lvl4pPr algn="l">
              <a:defRPr sz="1050" b="1">
                <a:solidFill>
                  <a:srgbClr val="9E4F3E"/>
                </a:solidFill>
              </a:defRPr>
            </a:lvl4pPr>
            <a:lvl5pPr algn="l">
              <a:defRPr sz="1050" b="1">
                <a:solidFill>
                  <a:srgbClr val="9E4F3E"/>
                </a:solidFill>
              </a:defRPr>
            </a:lvl5pPr>
            <a:lvl6pPr algn="l">
              <a:defRPr sz="1050" b="1">
                <a:solidFill>
                  <a:srgbClr val="9E4F3E"/>
                </a:solidFill>
              </a:defRPr>
            </a:lvl6pPr>
            <a:lvl7pPr algn="l">
              <a:defRPr sz="1050" b="1">
                <a:solidFill>
                  <a:srgbClr val="9E4F3E"/>
                </a:solidFill>
              </a:defRPr>
            </a:lvl7pPr>
            <a:lvl8pPr algn="l">
              <a:defRPr sz="1050" b="1">
                <a:solidFill>
                  <a:srgbClr val="9E4F3E"/>
                </a:solidFill>
              </a:defRPr>
            </a:lvl8pPr>
            <a:lvl9pPr algn="l">
              <a:defRPr sz="10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E4F3E"/>
                </a:solidFill>
              </a:defRPr>
            </a:pPr>
            <a:r>
              <a:rPr sz="1050" b="1">
                <a:solidFill>
                  <a:srgbClr val="9E4F3E"/>
                </a:solidFill>
              </a:rPr>
              <a:t>02 · 实际流程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422C2-F21A-420D-8ED1-B066A88B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2F2A24"/>
                </a:solidFill>
              </a:defRPr>
            </a:defPPr>
            <a:lvl1pPr algn="l">
              <a:defRPr sz="2400" b="1">
                <a:solidFill>
                  <a:srgbClr val="2F2A24"/>
                </a:solidFill>
              </a:defRPr>
            </a:lvl1pPr>
            <a:lvl2pPr algn="l">
              <a:defRPr sz="2400" b="1">
                <a:solidFill>
                  <a:srgbClr val="2F2A24"/>
                </a:solidFill>
              </a:defRPr>
            </a:lvl2pPr>
            <a:lvl3pPr algn="l">
              <a:defRPr sz="2400" b="1">
                <a:solidFill>
                  <a:srgbClr val="2F2A24"/>
                </a:solidFill>
              </a:defRPr>
            </a:lvl3pPr>
            <a:lvl4pPr algn="l">
              <a:defRPr sz="2400" b="1">
                <a:solidFill>
                  <a:srgbClr val="2F2A24"/>
                </a:solidFill>
              </a:defRPr>
            </a:lvl4pPr>
            <a:lvl5pPr algn="l">
              <a:defRPr sz="2400" b="1">
                <a:solidFill>
                  <a:srgbClr val="2F2A24"/>
                </a:solidFill>
              </a:defRPr>
            </a:lvl5pPr>
            <a:lvl6pPr algn="l">
              <a:defRPr sz="2400" b="1">
                <a:solidFill>
                  <a:srgbClr val="2F2A24"/>
                </a:solidFill>
              </a:defRPr>
            </a:lvl6pPr>
            <a:lvl7pPr algn="l">
              <a:defRPr sz="2400" b="1">
                <a:solidFill>
                  <a:srgbClr val="2F2A24"/>
                </a:solidFill>
              </a:defRPr>
            </a:lvl7pPr>
            <a:lvl8pPr algn="l">
              <a:defRPr sz="2400" b="1">
                <a:solidFill>
                  <a:srgbClr val="2F2A24"/>
                </a:solidFill>
              </a:defRPr>
            </a:lvl8pPr>
            <a:lvl9pPr algn="l">
              <a:defRPr sz="2400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F2A24"/>
                </a:solidFill>
              </a:defRPr>
            </a:pPr>
            <a:r>
              <a:rPr sz="2400" b="1">
                <a:solidFill>
                  <a:srgbClr val="2F2A24"/>
                </a:solidFill>
              </a:rPr>
              <a:t>从一个家庭问题，到一份可执行的探索方案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C91D8-A93D-4E11-ACE8-7A395CC9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D6258"/>
                </a:solidFill>
              </a:defRPr>
            </a:defPPr>
            <a:lvl1pPr algn="r">
              <a:defRPr sz="1125" b="1">
                <a:solidFill>
                  <a:srgbClr val="6D6258"/>
                </a:solidFill>
              </a:defRPr>
            </a:lvl1pPr>
            <a:lvl2pPr algn="r">
              <a:defRPr sz="1125" b="1">
                <a:solidFill>
                  <a:srgbClr val="6D6258"/>
                </a:solidFill>
              </a:defRPr>
            </a:lvl2pPr>
            <a:lvl3pPr algn="r">
              <a:defRPr sz="1125" b="1">
                <a:solidFill>
                  <a:srgbClr val="6D6258"/>
                </a:solidFill>
              </a:defRPr>
            </a:lvl3pPr>
            <a:lvl4pPr algn="r">
              <a:defRPr sz="1125" b="1">
                <a:solidFill>
                  <a:srgbClr val="6D6258"/>
                </a:solidFill>
              </a:defRPr>
            </a:lvl4pPr>
            <a:lvl5pPr algn="r">
              <a:defRPr sz="1125" b="1">
                <a:solidFill>
                  <a:srgbClr val="6D6258"/>
                </a:solidFill>
              </a:defRPr>
            </a:lvl5pPr>
            <a:lvl6pPr algn="r">
              <a:defRPr sz="1125" b="1">
                <a:solidFill>
                  <a:srgbClr val="6D6258"/>
                </a:solidFill>
              </a:defRPr>
            </a:lvl6pPr>
            <a:lvl7pPr algn="r">
              <a:defRPr sz="1125" b="1">
                <a:solidFill>
                  <a:srgbClr val="6D6258"/>
                </a:solidFill>
              </a:defRPr>
            </a:lvl7pPr>
            <a:lvl8pPr algn="r">
              <a:defRPr sz="1125" b="1">
                <a:solidFill>
                  <a:srgbClr val="6D6258"/>
                </a:solidFill>
              </a:defRPr>
            </a:lvl8pPr>
            <a:lvl9pPr algn="r">
              <a:defRPr sz="1125" b="1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D6258"/>
                </a:solidFill>
              </a:defRPr>
            </a:pPr>
            <a:r>
              <a:rPr sz="1125" b="1">
                <a:solidFill>
                  <a:srgbClr val="6D625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E317D-5135-49E9-B097-47EB5B83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46ACA-F073-4725-8B4B-D22FC480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6D6258"/>
                </a:solidFill>
              </a:defRPr>
            </a:defPPr>
            <a:lvl1pPr algn="l">
              <a:defRPr sz="1425" b="0">
                <a:solidFill>
                  <a:srgbClr val="6D6258"/>
                </a:solidFill>
              </a:defRPr>
            </a:lvl1pPr>
            <a:lvl2pPr algn="l">
              <a:defRPr sz="1425" b="0">
                <a:solidFill>
                  <a:srgbClr val="6D6258"/>
                </a:solidFill>
              </a:defRPr>
            </a:lvl2pPr>
            <a:lvl3pPr algn="l">
              <a:defRPr sz="1425" b="0">
                <a:solidFill>
                  <a:srgbClr val="6D6258"/>
                </a:solidFill>
              </a:defRPr>
            </a:lvl3pPr>
            <a:lvl4pPr algn="l">
              <a:defRPr sz="1425" b="0">
                <a:solidFill>
                  <a:srgbClr val="6D6258"/>
                </a:solidFill>
              </a:defRPr>
            </a:lvl4pPr>
            <a:lvl5pPr algn="l">
              <a:defRPr sz="1425" b="0">
                <a:solidFill>
                  <a:srgbClr val="6D6258"/>
                </a:solidFill>
              </a:defRPr>
            </a:lvl5pPr>
            <a:lvl6pPr algn="l">
              <a:defRPr sz="1425" b="0">
                <a:solidFill>
                  <a:srgbClr val="6D6258"/>
                </a:solidFill>
              </a:defRPr>
            </a:lvl6pPr>
            <a:lvl7pPr algn="l">
              <a:defRPr sz="1425" b="0">
                <a:solidFill>
                  <a:srgbClr val="6D6258"/>
                </a:solidFill>
              </a:defRPr>
            </a:lvl7pPr>
            <a:lvl8pPr algn="l">
              <a:defRPr sz="1425" b="0">
                <a:solidFill>
                  <a:srgbClr val="6D6258"/>
                </a:solidFill>
              </a:defRPr>
            </a:lvl8pPr>
            <a:lvl9pPr algn="l">
              <a:defRPr sz="1425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D6258"/>
                </a:solidFill>
              </a:defRPr>
            </a:pPr>
            <a:r>
              <a:rPr sz="1425" b="0">
                <a:solidFill>
                  <a:srgbClr val="6D6258"/>
                </a:solidFill>
              </a:rPr>
              <a:t>先看见价值，再决定是否继续。演示支付不收款、不创建订单。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937C8-A6ED-4CE3-B57C-E6C2DAC6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619250" cy="18097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7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65566-FEAE-4FFE-A83A-82F44CFC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9E4F3E"/>
                </a:solidFill>
              </a:defRPr>
            </a:defPPr>
            <a:lvl1pPr algn="l">
              <a:defRPr sz="1350" b="1">
                <a:solidFill>
                  <a:srgbClr val="9E4F3E"/>
                </a:solidFill>
              </a:defRPr>
            </a:lvl1pPr>
            <a:lvl2pPr algn="l">
              <a:defRPr sz="1350" b="1">
                <a:solidFill>
                  <a:srgbClr val="9E4F3E"/>
                </a:solidFill>
              </a:defRPr>
            </a:lvl2pPr>
            <a:lvl3pPr algn="l">
              <a:defRPr sz="1350" b="1">
                <a:solidFill>
                  <a:srgbClr val="9E4F3E"/>
                </a:solidFill>
              </a:defRPr>
            </a:lvl3pPr>
            <a:lvl4pPr algn="l">
              <a:defRPr sz="1350" b="1">
                <a:solidFill>
                  <a:srgbClr val="9E4F3E"/>
                </a:solidFill>
              </a:defRPr>
            </a:lvl4pPr>
            <a:lvl5pPr algn="l">
              <a:defRPr sz="1350" b="1">
                <a:solidFill>
                  <a:srgbClr val="9E4F3E"/>
                </a:solidFill>
              </a:defRPr>
            </a:lvl5pPr>
            <a:lvl6pPr algn="l">
              <a:defRPr sz="1350" b="1">
                <a:solidFill>
                  <a:srgbClr val="9E4F3E"/>
                </a:solidFill>
              </a:defRPr>
            </a:lvl6pPr>
            <a:lvl7pPr algn="l">
              <a:defRPr sz="1350" b="1">
                <a:solidFill>
                  <a:srgbClr val="9E4F3E"/>
                </a:solidFill>
              </a:defRPr>
            </a:lvl7pPr>
            <a:lvl8pPr algn="l">
              <a:defRPr sz="1350" b="1">
                <a:solidFill>
                  <a:srgbClr val="9E4F3E"/>
                </a:solidFill>
              </a:defRPr>
            </a:lvl8pPr>
            <a:lvl9pPr algn="l">
              <a:defRPr sz="13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E4F3E"/>
                </a:solidFill>
              </a:defRPr>
            </a:pPr>
            <a:r>
              <a:rPr sz="1350" b="1">
                <a:solidFill>
                  <a:srgbClr val="9E4F3E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654CB-CDD8-4C9B-8AC0-7E84F1E7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F2A24"/>
                </a:solidFill>
              </a:defRPr>
            </a:defPPr>
            <a:lvl1pPr algn="l">
              <a:defRPr sz="1425" b="1">
                <a:solidFill>
                  <a:srgbClr val="2F2A24"/>
                </a:solidFill>
              </a:defRPr>
            </a:lvl1pPr>
            <a:lvl2pPr algn="l">
              <a:defRPr sz="1425" b="1">
                <a:solidFill>
                  <a:srgbClr val="2F2A24"/>
                </a:solidFill>
              </a:defRPr>
            </a:lvl2pPr>
            <a:lvl3pPr algn="l">
              <a:defRPr sz="1425" b="1">
                <a:solidFill>
                  <a:srgbClr val="2F2A24"/>
                </a:solidFill>
              </a:defRPr>
            </a:lvl3pPr>
            <a:lvl4pPr algn="l">
              <a:defRPr sz="1425" b="1">
                <a:solidFill>
                  <a:srgbClr val="2F2A24"/>
                </a:solidFill>
              </a:defRPr>
            </a:lvl4pPr>
            <a:lvl5pPr algn="l">
              <a:defRPr sz="1425" b="1">
                <a:solidFill>
                  <a:srgbClr val="2F2A24"/>
                </a:solidFill>
              </a:defRPr>
            </a:lvl5pPr>
            <a:lvl6pPr algn="l">
              <a:defRPr sz="1425" b="1">
                <a:solidFill>
                  <a:srgbClr val="2F2A24"/>
                </a:solidFill>
              </a:defRPr>
            </a:lvl6pPr>
            <a:lvl7pPr algn="l">
              <a:defRPr sz="1425" b="1">
                <a:solidFill>
                  <a:srgbClr val="2F2A24"/>
                </a:solidFill>
              </a:defRPr>
            </a:lvl7pPr>
            <a:lvl8pPr algn="l">
              <a:defRPr sz="1425" b="1">
                <a:solidFill>
                  <a:srgbClr val="2F2A24"/>
                </a:solidFill>
              </a:defRPr>
            </a:lvl8pPr>
            <a:lvl9pPr algn="l">
              <a:defRPr sz="1425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F2A24"/>
                </a:solidFill>
              </a:defRPr>
            </a:pPr>
            <a:r>
              <a:rPr sz="1425" b="1">
                <a:solidFill>
                  <a:srgbClr val="2F2A24"/>
                </a:solidFill>
              </a:rPr>
              <a:t>家长输入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A562D-1F7A-4349-A127-10A87E49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D6258"/>
                </a:solidFill>
              </a:defRPr>
            </a:defPPr>
            <a:lvl1pPr algn="l">
              <a:defRPr sz="1200" b="0">
                <a:solidFill>
                  <a:srgbClr val="6D6258"/>
                </a:solidFill>
              </a:defRPr>
            </a:lvl1pPr>
            <a:lvl2pPr algn="l">
              <a:defRPr sz="1200" b="0">
                <a:solidFill>
                  <a:srgbClr val="6D6258"/>
                </a:solidFill>
              </a:defRPr>
            </a:lvl2pPr>
            <a:lvl3pPr algn="l">
              <a:defRPr sz="1200" b="0">
                <a:solidFill>
                  <a:srgbClr val="6D6258"/>
                </a:solidFill>
              </a:defRPr>
            </a:lvl3pPr>
            <a:lvl4pPr algn="l">
              <a:defRPr sz="1200" b="0">
                <a:solidFill>
                  <a:srgbClr val="6D6258"/>
                </a:solidFill>
              </a:defRPr>
            </a:lvl4pPr>
            <a:lvl5pPr algn="l">
              <a:defRPr sz="1200" b="0">
                <a:solidFill>
                  <a:srgbClr val="6D6258"/>
                </a:solidFill>
              </a:defRPr>
            </a:lvl5pPr>
            <a:lvl6pPr algn="l">
              <a:defRPr sz="1200" b="0">
                <a:solidFill>
                  <a:srgbClr val="6D6258"/>
                </a:solidFill>
              </a:defRPr>
            </a:lvl6pPr>
            <a:lvl7pPr algn="l">
              <a:defRPr sz="1200" b="0">
                <a:solidFill>
                  <a:srgbClr val="6D6258"/>
                </a:solidFill>
              </a:defRPr>
            </a:lvl7pPr>
            <a:lvl8pPr algn="l">
              <a:defRPr sz="1200" b="0">
                <a:solidFill>
                  <a:srgbClr val="6D6258"/>
                </a:solidFill>
              </a:defRPr>
            </a:lvl8pPr>
            <a:lvl9pPr algn="l">
              <a:defRPr sz="1200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真实困惑</a:t>
            </a:r>
          </a:p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年龄 / 时间 / 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E22F6-DCED-4C0D-8150-AABB55E3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9E4F3E"/>
                </a:solidFill>
              </a:defRPr>
            </a:defPPr>
            <a:lvl1pPr algn="ctr">
              <a:defRPr sz="1875" b="1">
                <a:solidFill>
                  <a:srgbClr val="9E4F3E"/>
                </a:solidFill>
              </a:defRPr>
            </a:lvl1pPr>
            <a:lvl2pPr algn="ctr">
              <a:defRPr sz="1875" b="1">
                <a:solidFill>
                  <a:srgbClr val="9E4F3E"/>
                </a:solidFill>
              </a:defRPr>
            </a:lvl2pPr>
            <a:lvl3pPr algn="ctr">
              <a:defRPr sz="1875" b="1">
                <a:solidFill>
                  <a:srgbClr val="9E4F3E"/>
                </a:solidFill>
              </a:defRPr>
            </a:lvl3pPr>
            <a:lvl4pPr algn="ctr">
              <a:defRPr sz="1875" b="1">
                <a:solidFill>
                  <a:srgbClr val="9E4F3E"/>
                </a:solidFill>
              </a:defRPr>
            </a:lvl4pPr>
            <a:lvl5pPr algn="ctr">
              <a:defRPr sz="1875" b="1">
                <a:solidFill>
                  <a:srgbClr val="9E4F3E"/>
                </a:solidFill>
              </a:defRPr>
            </a:lvl5pPr>
            <a:lvl6pPr algn="ctr">
              <a:defRPr sz="1875" b="1">
                <a:solidFill>
                  <a:srgbClr val="9E4F3E"/>
                </a:solidFill>
              </a:defRPr>
            </a:lvl6pPr>
            <a:lvl7pPr algn="ctr">
              <a:defRPr sz="1875" b="1">
                <a:solidFill>
                  <a:srgbClr val="9E4F3E"/>
                </a:solidFill>
              </a:defRPr>
            </a:lvl7pPr>
            <a:lvl8pPr algn="ctr">
              <a:defRPr sz="1875" b="1">
                <a:solidFill>
                  <a:srgbClr val="9E4F3E"/>
                </a:solidFill>
              </a:defRPr>
            </a:lvl8pPr>
            <a:lvl9pPr algn="ctr">
              <a:defRPr sz="1875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9E4F3E"/>
                </a:solidFill>
              </a:defRPr>
            </a:pPr>
            <a:r>
              <a:rPr sz="1875" b="1">
                <a:solidFill>
                  <a:srgbClr val="9E4F3E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6C85E-EDA8-45D2-9C72-C6C557F8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1619250" cy="18097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79B79-371B-40A7-B7A1-121C4476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67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66836D"/>
                </a:solidFill>
              </a:defRPr>
            </a:defPPr>
            <a:lvl1pPr algn="l">
              <a:defRPr sz="1350" b="1">
                <a:solidFill>
                  <a:srgbClr val="66836D"/>
                </a:solidFill>
              </a:defRPr>
            </a:lvl1pPr>
            <a:lvl2pPr algn="l">
              <a:defRPr sz="1350" b="1">
                <a:solidFill>
                  <a:srgbClr val="66836D"/>
                </a:solidFill>
              </a:defRPr>
            </a:lvl2pPr>
            <a:lvl3pPr algn="l">
              <a:defRPr sz="1350" b="1">
                <a:solidFill>
                  <a:srgbClr val="66836D"/>
                </a:solidFill>
              </a:defRPr>
            </a:lvl3pPr>
            <a:lvl4pPr algn="l">
              <a:defRPr sz="1350" b="1">
                <a:solidFill>
                  <a:srgbClr val="66836D"/>
                </a:solidFill>
              </a:defRPr>
            </a:lvl4pPr>
            <a:lvl5pPr algn="l">
              <a:defRPr sz="1350" b="1">
                <a:solidFill>
                  <a:srgbClr val="66836D"/>
                </a:solidFill>
              </a:defRPr>
            </a:lvl5pPr>
            <a:lvl6pPr algn="l">
              <a:defRPr sz="1350" b="1">
                <a:solidFill>
                  <a:srgbClr val="66836D"/>
                </a:solidFill>
              </a:defRPr>
            </a:lvl6pPr>
            <a:lvl7pPr algn="l">
              <a:defRPr sz="1350" b="1">
                <a:solidFill>
                  <a:srgbClr val="66836D"/>
                </a:solidFill>
              </a:defRPr>
            </a:lvl7pPr>
            <a:lvl8pPr algn="l">
              <a:defRPr sz="1350" b="1">
                <a:solidFill>
                  <a:srgbClr val="66836D"/>
                </a:solidFill>
              </a:defRPr>
            </a:lvl8pPr>
            <a:lvl9pPr algn="l">
              <a:defRPr sz="1350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836D"/>
                </a:solidFill>
              </a:defRPr>
            </a:pPr>
            <a:r>
              <a:rPr sz="1350" b="1">
                <a:solidFill>
                  <a:srgbClr val="66836D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92E36-C37A-4883-B9AC-7C17DFE6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F2A24"/>
                </a:solidFill>
              </a:defRPr>
            </a:defPPr>
            <a:lvl1pPr algn="l">
              <a:defRPr sz="1425" b="1">
                <a:solidFill>
                  <a:srgbClr val="2F2A24"/>
                </a:solidFill>
              </a:defRPr>
            </a:lvl1pPr>
            <a:lvl2pPr algn="l">
              <a:defRPr sz="1425" b="1">
                <a:solidFill>
                  <a:srgbClr val="2F2A24"/>
                </a:solidFill>
              </a:defRPr>
            </a:lvl2pPr>
            <a:lvl3pPr algn="l">
              <a:defRPr sz="1425" b="1">
                <a:solidFill>
                  <a:srgbClr val="2F2A24"/>
                </a:solidFill>
              </a:defRPr>
            </a:lvl3pPr>
            <a:lvl4pPr algn="l">
              <a:defRPr sz="1425" b="1">
                <a:solidFill>
                  <a:srgbClr val="2F2A24"/>
                </a:solidFill>
              </a:defRPr>
            </a:lvl4pPr>
            <a:lvl5pPr algn="l">
              <a:defRPr sz="1425" b="1">
                <a:solidFill>
                  <a:srgbClr val="2F2A24"/>
                </a:solidFill>
              </a:defRPr>
            </a:lvl5pPr>
            <a:lvl6pPr algn="l">
              <a:defRPr sz="1425" b="1">
                <a:solidFill>
                  <a:srgbClr val="2F2A24"/>
                </a:solidFill>
              </a:defRPr>
            </a:lvl6pPr>
            <a:lvl7pPr algn="l">
              <a:defRPr sz="1425" b="1">
                <a:solidFill>
                  <a:srgbClr val="2F2A24"/>
                </a:solidFill>
              </a:defRPr>
            </a:lvl7pPr>
            <a:lvl8pPr algn="l">
              <a:defRPr sz="1425" b="1">
                <a:solidFill>
                  <a:srgbClr val="2F2A24"/>
                </a:solidFill>
              </a:defRPr>
            </a:lvl8pPr>
            <a:lvl9pPr algn="l">
              <a:defRPr sz="1425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F2A24"/>
                </a:solidFill>
              </a:defRPr>
            </a:pPr>
            <a:r>
              <a:rPr sz="1425" b="1">
                <a:solidFill>
                  <a:srgbClr val="2F2A24"/>
                </a:solidFill>
              </a:rPr>
              <a:t>候选方向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B82F1-BEA7-4864-985E-687E1817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480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D6258"/>
                </a:solidFill>
              </a:defRPr>
            </a:defPPr>
            <a:lvl1pPr algn="l">
              <a:defRPr sz="1200" b="0">
                <a:solidFill>
                  <a:srgbClr val="6D6258"/>
                </a:solidFill>
              </a:defRPr>
            </a:lvl1pPr>
            <a:lvl2pPr algn="l">
              <a:defRPr sz="1200" b="0">
                <a:solidFill>
                  <a:srgbClr val="6D6258"/>
                </a:solidFill>
              </a:defRPr>
            </a:lvl2pPr>
            <a:lvl3pPr algn="l">
              <a:defRPr sz="1200" b="0">
                <a:solidFill>
                  <a:srgbClr val="6D6258"/>
                </a:solidFill>
              </a:defRPr>
            </a:lvl3pPr>
            <a:lvl4pPr algn="l">
              <a:defRPr sz="1200" b="0">
                <a:solidFill>
                  <a:srgbClr val="6D6258"/>
                </a:solidFill>
              </a:defRPr>
            </a:lvl4pPr>
            <a:lvl5pPr algn="l">
              <a:defRPr sz="1200" b="0">
                <a:solidFill>
                  <a:srgbClr val="6D6258"/>
                </a:solidFill>
              </a:defRPr>
            </a:lvl5pPr>
            <a:lvl6pPr algn="l">
              <a:defRPr sz="1200" b="0">
                <a:solidFill>
                  <a:srgbClr val="6D6258"/>
                </a:solidFill>
              </a:defRPr>
            </a:lvl6pPr>
            <a:lvl7pPr algn="l">
              <a:defRPr sz="1200" b="0">
                <a:solidFill>
                  <a:srgbClr val="6D6258"/>
                </a:solidFill>
              </a:defRPr>
            </a:lvl7pPr>
            <a:lvl8pPr algn="l">
              <a:defRPr sz="1200" b="0">
                <a:solidFill>
                  <a:srgbClr val="6D6258"/>
                </a:solidFill>
              </a:defRPr>
            </a:lvl8pPr>
            <a:lvl9pPr algn="l">
              <a:defRPr sz="1200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AI 辅助整理</a:t>
            </a:r>
          </a:p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人工确认边界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D61D2-F926-469F-9DE8-50E1E6E3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9E4F3E"/>
                </a:solidFill>
              </a:defRPr>
            </a:defPPr>
            <a:lvl1pPr algn="ctr">
              <a:defRPr sz="1875" b="1">
                <a:solidFill>
                  <a:srgbClr val="9E4F3E"/>
                </a:solidFill>
              </a:defRPr>
            </a:lvl1pPr>
            <a:lvl2pPr algn="ctr">
              <a:defRPr sz="1875" b="1">
                <a:solidFill>
                  <a:srgbClr val="9E4F3E"/>
                </a:solidFill>
              </a:defRPr>
            </a:lvl2pPr>
            <a:lvl3pPr algn="ctr">
              <a:defRPr sz="1875" b="1">
                <a:solidFill>
                  <a:srgbClr val="9E4F3E"/>
                </a:solidFill>
              </a:defRPr>
            </a:lvl3pPr>
            <a:lvl4pPr algn="ctr">
              <a:defRPr sz="1875" b="1">
                <a:solidFill>
                  <a:srgbClr val="9E4F3E"/>
                </a:solidFill>
              </a:defRPr>
            </a:lvl4pPr>
            <a:lvl5pPr algn="ctr">
              <a:defRPr sz="1875" b="1">
                <a:solidFill>
                  <a:srgbClr val="9E4F3E"/>
                </a:solidFill>
              </a:defRPr>
            </a:lvl5pPr>
            <a:lvl6pPr algn="ctr">
              <a:defRPr sz="1875" b="1">
                <a:solidFill>
                  <a:srgbClr val="9E4F3E"/>
                </a:solidFill>
              </a:defRPr>
            </a:lvl6pPr>
            <a:lvl7pPr algn="ctr">
              <a:defRPr sz="1875" b="1">
                <a:solidFill>
                  <a:srgbClr val="9E4F3E"/>
                </a:solidFill>
              </a:defRPr>
            </a:lvl7pPr>
            <a:lvl8pPr algn="ctr">
              <a:defRPr sz="1875" b="1">
                <a:solidFill>
                  <a:srgbClr val="9E4F3E"/>
                </a:solidFill>
              </a:defRPr>
            </a:lvl8pPr>
            <a:lvl9pPr algn="ctr">
              <a:defRPr sz="1875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9E4F3E"/>
                </a:solidFill>
              </a:defRPr>
            </a:pPr>
            <a:r>
              <a:rPr sz="1875" b="1">
                <a:solidFill>
                  <a:srgbClr val="9E4F3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7E3D5-598B-45B2-8319-C932543E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619250" cy="18097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7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36981-A137-47E7-8745-4D6D2233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67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9E4F3E"/>
                </a:solidFill>
              </a:defRPr>
            </a:defPPr>
            <a:lvl1pPr algn="l">
              <a:defRPr sz="1350" b="1">
                <a:solidFill>
                  <a:srgbClr val="9E4F3E"/>
                </a:solidFill>
              </a:defRPr>
            </a:lvl1pPr>
            <a:lvl2pPr algn="l">
              <a:defRPr sz="1350" b="1">
                <a:solidFill>
                  <a:srgbClr val="9E4F3E"/>
                </a:solidFill>
              </a:defRPr>
            </a:lvl2pPr>
            <a:lvl3pPr algn="l">
              <a:defRPr sz="1350" b="1">
                <a:solidFill>
                  <a:srgbClr val="9E4F3E"/>
                </a:solidFill>
              </a:defRPr>
            </a:lvl3pPr>
            <a:lvl4pPr algn="l">
              <a:defRPr sz="1350" b="1">
                <a:solidFill>
                  <a:srgbClr val="9E4F3E"/>
                </a:solidFill>
              </a:defRPr>
            </a:lvl4pPr>
            <a:lvl5pPr algn="l">
              <a:defRPr sz="1350" b="1">
                <a:solidFill>
                  <a:srgbClr val="9E4F3E"/>
                </a:solidFill>
              </a:defRPr>
            </a:lvl5pPr>
            <a:lvl6pPr algn="l">
              <a:defRPr sz="1350" b="1">
                <a:solidFill>
                  <a:srgbClr val="9E4F3E"/>
                </a:solidFill>
              </a:defRPr>
            </a:lvl6pPr>
            <a:lvl7pPr algn="l">
              <a:defRPr sz="1350" b="1">
                <a:solidFill>
                  <a:srgbClr val="9E4F3E"/>
                </a:solidFill>
              </a:defRPr>
            </a:lvl7pPr>
            <a:lvl8pPr algn="l">
              <a:defRPr sz="1350" b="1">
                <a:solidFill>
                  <a:srgbClr val="9E4F3E"/>
                </a:solidFill>
              </a:defRPr>
            </a:lvl8pPr>
            <a:lvl9pPr algn="l">
              <a:defRPr sz="13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E4F3E"/>
                </a:solidFill>
              </a:defRPr>
            </a:pPr>
            <a:r>
              <a:rPr sz="1350" b="1">
                <a:solidFill>
                  <a:srgbClr val="9E4F3E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1944B-3E34-42A5-9A48-6D7AF356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F2A24"/>
                </a:solidFill>
              </a:defRPr>
            </a:defPPr>
            <a:lvl1pPr algn="l">
              <a:defRPr sz="1425" b="1">
                <a:solidFill>
                  <a:srgbClr val="2F2A24"/>
                </a:solidFill>
              </a:defRPr>
            </a:lvl1pPr>
            <a:lvl2pPr algn="l">
              <a:defRPr sz="1425" b="1">
                <a:solidFill>
                  <a:srgbClr val="2F2A24"/>
                </a:solidFill>
              </a:defRPr>
            </a:lvl2pPr>
            <a:lvl3pPr algn="l">
              <a:defRPr sz="1425" b="1">
                <a:solidFill>
                  <a:srgbClr val="2F2A24"/>
                </a:solidFill>
              </a:defRPr>
            </a:lvl3pPr>
            <a:lvl4pPr algn="l">
              <a:defRPr sz="1425" b="1">
                <a:solidFill>
                  <a:srgbClr val="2F2A24"/>
                </a:solidFill>
              </a:defRPr>
            </a:lvl4pPr>
            <a:lvl5pPr algn="l">
              <a:defRPr sz="1425" b="1">
                <a:solidFill>
                  <a:srgbClr val="2F2A24"/>
                </a:solidFill>
              </a:defRPr>
            </a:lvl5pPr>
            <a:lvl6pPr algn="l">
              <a:defRPr sz="1425" b="1">
                <a:solidFill>
                  <a:srgbClr val="2F2A24"/>
                </a:solidFill>
              </a:defRPr>
            </a:lvl6pPr>
            <a:lvl7pPr algn="l">
              <a:defRPr sz="1425" b="1">
                <a:solidFill>
                  <a:srgbClr val="2F2A24"/>
                </a:solidFill>
              </a:defRPr>
            </a:lvl7pPr>
            <a:lvl8pPr algn="l">
              <a:defRPr sz="1425" b="1">
                <a:solidFill>
                  <a:srgbClr val="2F2A24"/>
                </a:solidFill>
              </a:defRPr>
            </a:lvl8pPr>
            <a:lvl9pPr algn="l">
              <a:defRPr sz="1425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F2A24"/>
                </a:solidFill>
              </a:defRPr>
            </a:pPr>
            <a:r>
              <a:rPr sz="1425" b="1">
                <a:solidFill>
                  <a:srgbClr val="2F2A24"/>
                </a:solidFill>
              </a:rPr>
              <a:t>开始尝试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9C19B-FDA2-4879-BFB3-75D2EA44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480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D6258"/>
                </a:solidFill>
              </a:defRPr>
            </a:defPPr>
            <a:lvl1pPr algn="l">
              <a:defRPr sz="1200" b="0">
                <a:solidFill>
                  <a:srgbClr val="6D6258"/>
                </a:solidFill>
              </a:defRPr>
            </a:lvl1pPr>
            <a:lvl2pPr algn="l">
              <a:defRPr sz="1200" b="0">
                <a:solidFill>
                  <a:srgbClr val="6D6258"/>
                </a:solidFill>
              </a:defRPr>
            </a:lvl2pPr>
            <a:lvl3pPr algn="l">
              <a:defRPr sz="1200" b="0">
                <a:solidFill>
                  <a:srgbClr val="6D6258"/>
                </a:solidFill>
              </a:defRPr>
            </a:lvl3pPr>
            <a:lvl4pPr algn="l">
              <a:defRPr sz="1200" b="0">
                <a:solidFill>
                  <a:srgbClr val="6D6258"/>
                </a:solidFill>
              </a:defRPr>
            </a:lvl4pPr>
            <a:lvl5pPr algn="l">
              <a:defRPr sz="1200" b="0">
                <a:solidFill>
                  <a:srgbClr val="6D6258"/>
                </a:solidFill>
              </a:defRPr>
            </a:lvl5pPr>
            <a:lvl6pPr algn="l">
              <a:defRPr sz="1200" b="0">
                <a:solidFill>
                  <a:srgbClr val="6D6258"/>
                </a:solidFill>
              </a:defRPr>
            </a:lvl6pPr>
            <a:lvl7pPr algn="l">
              <a:defRPr sz="1200" b="0">
                <a:solidFill>
                  <a:srgbClr val="6D6258"/>
                </a:solidFill>
              </a:defRPr>
            </a:lvl7pPr>
            <a:lvl8pPr algn="l">
              <a:defRPr sz="1200" b="0">
                <a:solidFill>
                  <a:srgbClr val="6D6258"/>
                </a:solidFill>
              </a:defRPr>
            </a:lvl8pPr>
            <a:lvl9pPr algn="l">
              <a:defRPr sz="1200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小任务 + 作品</a:t>
            </a:r>
          </a:p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记录感受与变化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2592E-E2A7-4E86-9DD8-E8EA9265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9E4F3E"/>
                </a:solidFill>
              </a:defRPr>
            </a:defPPr>
            <a:lvl1pPr algn="ctr">
              <a:defRPr sz="1875" b="1">
                <a:solidFill>
                  <a:srgbClr val="9E4F3E"/>
                </a:solidFill>
              </a:defRPr>
            </a:lvl1pPr>
            <a:lvl2pPr algn="ctr">
              <a:defRPr sz="1875" b="1">
                <a:solidFill>
                  <a:srgbClr val="9E4F3E"/>
                </a:solidFill>
              </a:defRPr>
            </a:lvl2pPr>
            <a:lvl3pPr algn="ctr">
              <a:defRPr sz="1875" b="1">
                <a:solidFill>
                  <a:srgbClr val="9E4F3E"/>
                </a:solidFill>
              </a:defRPr>
            </a:lvl3pPr>
            <a:lvl4pPr algn="ctr">
              <a:defRPr sz="1875" b="1">
                <a:solidFill>
                  <a:srgbClr val="9E4F3E"/>
                </a:solidFill>
              </a:defRPr>
            </a:lvl4pPr>
            <a:lvl5pPr algn="ctr">
              <a:defRPr sz="1875" b="1">
                <a:solidFill>
                  <a:srgbClr val="9E4F3E"/>
                </a:solidFill>
              </a:defRPr>
            </a:lvl5pPr>
            <a:lvl6pPr algn="ctr">
              <a:defRPr sz="1875" b="1">
                <a:solidFill>
                  <a:srgbClr val="9E4F3E"/>
                </a:solidFill>
              </a:defRPr>
            </a:lvl6pPr>
            <a:lvl7pPr algn="ctr">
              <a:defRPr sz="1875" b="1">
                <a:solidFill>
                  <a:srgbClr val="9E4F3E"/>
                </a:solidFill>
              </a:defRPr>
            </a:lvl7pPr>
            <a:lvl8pPr algn="ctr">
              <a:defRPr sz="1875" b="1">
                <a:solidFill>
                  <a:srgbClr val="9E4F3E"/>
                </a:solidFill>
              </a:defRPr>
            </a:lvl8pPr>
            <a:lvl9pPr algn="ctr">
              <a:defRPr sz="1875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9E4F3E"/>
                </a:solidFill>
              </a:defRPr>
            </a:pPr>
            <a:r>
              <a:rPr sz="1875" b="1">
                <a:solidFill>
                  <a:srgbClr val="9E4F3E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88F98-9408-4C6F-A9CB-2FFA52E1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76500"/>
            <a:ext cx="1619250" cy="18097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E5A1C2-B79F-4985-AB26-957BBCFA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66836D"/>
                </a:solidFill>
              </a:defRPr>
            </a:defPPr>
            <a:lvl1pPr algn="l">
              <a:defRPr sz="1350" b="1">
                <a:solidFill>
                  <a:srgbClr val="66836D"/>
                </a:solidFill>
              </a:defRPr>
            </a:lvl1pPr>
            <a:lvl2pPr algn="l">
              <a:defRPr sz="1350" b="1">
                <a:solidFill>
                  <a:srgbClr val="66836D"/>
                </a:solidFill>
              </a:defRPr>
            </a:lvl2pPr>
            <a:lvl3pPr algn="l">
              <a:defRPr sz="1350" b="1">
                <a:solidFill>
                  <a:srgbClr val="66836D"/>
                </a:solidFill>
              </a:defRPr>
            </a:lvl3pPr>
            <a:lvl4pPr algn="l">
              <a:defRPr sz="1350" b="1">
                <a:solidFill>
                  <a:srgbClr val="66836D"/>
                </a:solidFill>
              </a:defRPr>
            </a:lvl4pPr>
            <a:lvl5pPr algn="l">
              <a:defRPr sz="1350" b="1">
                <a:solidFill>
                  <a:srgbClr val="66836D"/>
                </a:solidFill>
              </a:defRPr>
            </a:lvl5pPr>
            <a:lvl6pPr algn="l">
              <a:defRPr sz="1350" b="1">
                <a:solidFill>
                  <a:srgbClr val="66836D"/>
                </a:solidFill>
              </a:defRPr>
            </a:lvl6pPr>
            <a:lvl7pPr algn="l">
              <a:defRPr sz="1350" b="1">
                <a:solidFill>
                  <a:srgbClr val="66836D"/>
                </a:solidFill>
              </a:defRPr>
            </a:lvl7pPr>
            <a:lvl8pPr algn="l">
              <a:defRPr sz="1350" b="1">
                <a:solidFill>
                  <a:srgbClr val="66836D"/>
                </a:solidFill>
              </a:defRPr>
            </a:lvl8pPr>
            <a:lvl9pPr algn="l">
              <a:defRPr sz="1350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836D"/>
                </a:solidFill>
              </a:defRPr>
            </a:pPr>
            <a:r>
              <a:rPr sz="1350" b="1">
                <a:solidFill>
                  <a:srgbClr val="66836D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35924-FCF1-4506-87B8-E00AE681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F2A24"/>
                </a:solidFill>
              </a:defRPr>
            </a:defPPr>
            <a:lvl1pPr algn="l">
              <a:defRPr sz="1425" b="1">
                <a:solidFill>
                  <a:srgbClr val="2F2A24"/>
                </a:solidFill>
              </a:defRPr>
            </a:lvl1pPr>
            <a:lvl2pPr algn="l">
              <a:defRPr sz="1425" b="1">
                <a:solidFill>
                  <a:srgbClr val="2F2A24"/>
                </a:solidFill>
              </a:defRPr>
            </a:lvl2pPr>
            <a:lvl3pPr algn="l">
              <a:defRPr sz="1425" b="1">
                <a:solidFill>
                  <a:srgbClr val="2F2A24"/>
                </a:solidFill>
              </a:defRPr>
            </a:lvl3pPr>
            <a:lvl4pPr algn="l">
              <a:defRPr sz="1425" b="1">
                <a:solidFill>
                  <a:srgbClr val="2F2A24"/>
                </a:solidFill>
              </a:defRPr>
            </a:lvl4pPr>
            <a:lvl5pPr algn="l">
              <a:defRPr sz="1425" b="1">
                <a:solidFill>
                  <a:srgbClr val="2F2A24"/>
                </a:solidFill>
              </a:defRPr>
            </a:lvl5pPr>
            <a:lvl6pPr algn="l">
              <a:defRPr sz="1425" b="1">
                <a:solidFill>
                  <a:srgbClr val="2F2A24"/>
                </a:solidFill>
              </a:defRPr>
            </a:lvl6pPr>
            <a:lvl7pPr algn="l">
              <a:defRPr sz="1425" b="1">
                <a:solidFill>
                  <a:srgbClr val="2F2A24"/>
                </a:solidFill>
              </a:defRPr>
            </a:lvl7pPr>
            <a:lvl8pPr algn="l">
              <a:defRPr sz="1425" b="1">
                <a:solidFill>
                  <a:srgbClr val="2F2A24"/>
                </a:solidFill>
              </a:defRPr>
            </a:lvl8pPr>
            <a:lvl9pPr algn="l">
              <a:defRPr sz="1425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F2A24"/>
                </a:solidFill>
              </a:defRPr>
            </a:pPr>
            <a:r>
              <a:rPr sz="1425" b="1">
                <a:solidFill>
                  <a:srgbClr val="2F2A24"/>
                </a:solidFill>
              </a:rPr>
              <a:t>阶段回顾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25B9B3-E14A-474E-B6F7-E84B896E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D6258"/>
                </a:solidFill>
              </a:defRPr>
            </a:defPPr>
            <a:lvl1pPr algn="l">
              <a:defRPr sz="1200" b="0">
                <a:solidFill>
                  <a:srgbClr val="6D6258"/>
                </a:solidFill>
              </a:defRPr>
            </a:lvl1pPr>
            <a:lvl2pPr algn="l">
              <a:defRPr sz="1200" b="0">
                <a:solidFill>
                  <a:srgbClr val="6D6258"/>
                </a:solidFill>
              </a:defRPr>
            </a:lvl2pPr>
            <a:lvl3pPr algn="l">
              <a:defRPr sz="1200" b="0">
                <a:solidFill>
                  <a:srgbClr val="6D6258"/>
                </a:solidFill>
              </a:defRPr>
            </a:lvl3pPr>
            <a:lvl4pPr algn="l">
              <a:defRPr sz="1200" b="0">
                <a:solidFill>
                  <a:srgbClr val="6D6258"/>
                </a:solidFill>
              </a:defRPr>
            </a:lvl4pPr>
            <a:lvl5pPr algn="l">
              <a:defRPr sz="1200" b="0">
                <a:solidFill>
                  <a:srgbClr val="6D6258"/>
                </a:solidFill>
              </a:defRPr>
            </a:lvl5pPr>
            <a:lvl6pPr algn="l">
              <a:defRPr sz="1200" b="0">
                <a:solidFill>
                  <a:srgbClr val="6D6258"/>
                </a:solidFill>
              </a:defRPr>
            </a:lvl6pPr>
            <a:lvl7pPr algn="l">
              <a:defRPr sz="1200" b="0">
                <a:solidFill>
                  <a:srgbClr val="6D6258"/>
                </a:solidFill>
              </a:defRPr>
            </a:lvl7pPr>
            <a:lvl8pPr algn="l">
              <a:defRPr sz="1200" b="0">
                <a:solidFill>
                  <a:srgbClr val="6D6258"/>
                </a:solidFill>
              </a:defRPr>
            </a:lvl8pPr>
            <a:lvl9pPr algn="l">
              <a:defRPr sz="1200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看见什么条件</a:t>
            </a:r>
          </a:p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更容易继续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A4789-9398-41B4-BA7C-5C173D5F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9E4F3E"/>
                </a:solidFill>
              </a:defRPr>
            </a:defPPr>
            <a:lvl1pPr algn="ctr">
              <a:defRPr sz="1875" b="1">
                <a:solidFill>
                  <a:srgbClr val="9E4F3E"/>
                </a:solidFill>
              </a:defRPr>
            </a:lvl1pPr>
            <a:lvl2pPr algn="ctr">
              <a:defRPr sz="1875" b="1">
                <a:solidFill>
                  <a:srgbClr val="9E4F3E"/>
                </a:solidFill>
              </a:defRPr>
            </a:lvl2pPr>
            <a:lvl3pPr algn="ctr">
              <a:defRPr sz="1875" b="1">
                <a:solidFill>
                  <a:srgbClr val="9E4F3E"/>
                </a:solidFill>
              </a:defRPr>
            </a:lvl3pPr>
            <a:lvl4pPr algn="ctr">
              <a:defRPr sz="1875" b="1">
                <a:solidFill>
                  <a:srgbClr val="9E4F3E"/>
                </a:solidFill>
              </a:defRPr>
            </a:lvl4pPr>
            <a:lvl5pPr algn="ctr">
              <a:defRPr sz="1875" b="1">
                <a:solidFill>
                  <a:srgbClr val="9E4F3E"/>
                </a:solidFill>
              </a:defRPr>
            </a:lvl5pPr>
            <a:lvl6pPr algn="ctr">
              <a:defRPr sz="1875" b="1">
                <a:solidFill>
                  <a:srgbClr val="9E4F3E"/>
                </a:solidFill>
              </a:defRPr>
            </a:lvl6pPr>
            <a:lvl7pPr algn="ctr">
              <a:defRPr sz="1875" b="1">
                <a:solidFill>
                  <a:srgbClr val="9E4F3E"/>
                </a:solidFill>
              </a:defRPr>
            </a:lvl7pPr>
            <a:lvl8pPr algn="ctr">
              <a:defRPr sz="1875" b="1">
                <a:solidFill>
                  <a:srgbClr val="9E4F3E"/>
                </a:solidFill>
              </a:defRPr>
            </a:lvl8pPr>
            <a:lvl9pPr algn="ctr">
              <a:defRPr sz="1875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9E4F3E"/>
                </a:solidFill>
              </a:defRPr>
            </a:pPr>
            <a:r>
              <a:rPr sz="1875" b="1">
                <a:solidFill>
                  <a:srgbClr val="9E4F3E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DB9487-4B66-4237-97D4-479DC857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76500"/>
            <a:ext cx="1619250" cy="18097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7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30349-3114-4D39-AF70-45E6218B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67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9E4F3E"/>
                </a:solidFill>
              </a:defRPr>
            </a:defPPr>
            <a:lvl1pPr algn="l">
              <a:defRPr sz="1350" b="1">
                <a:solidFill>
                  <a:srgbClr val="9E4F3E"/>
                </a:solidFill>
              </a:defRPr>
            </a:lvl1pPr>
            <a:lvl2pPr algn="l">
              <a:defRPr sz="1350" b="1">
                <a:solidFill>
                  <a:srgbClr val="9E4F3E"/>
                </a:solidFill>
              </a:defRPr>
            </a:lvl2pPr>
            <a:lvl3pPr algn="l">
              <a:defRPr sz="1350" b="1">
                <a:solidFill>
                  <a:srgbClr val="9E4F3E"/>
                </a:solidFill>
              </a:defRPr>
            </a:lvl3pPr>
            <a:lvl4pPr algn="l">
              <a:defRPr sz="1350" b="1">
                <a:solidFill>
                  <a:srgbClr val="9E4F3E"/>
                </a:solidFill>
              </a:defRPr>
            </a:lvl4pPr>
            <a:lvl5pPr algn="l">
              <a:defRPr sz="1350" b="1">
                <a:solidFill>
                  <a:srgbClr val="9E4F3E"/>
                </a:solidFill>
              </a:defRPr>
            </a:lvl5pPr>
            <a:lvl6pPr algn="l">
              <a:defRPr sz="1350" b="1">
                <a:solidFill>
                  <a:srgbClr val="9E4F3E"/>
                </a:solidFill>
              </a:defRPr>
            </a:lvl6pPr>
            <a:lvl7pPr algn="l">
              <a:defRPr sz="1350" b="1">
                <a:solidFill>
                  <a:srgbClr val="9E4F3E"/>
                </a:solidFill>
              </a:defRPr>
            </a:lvl7pPr>
            <a:lvl8pPr algn="l">
              <a:defRPr sz="1350" b="1">
                <a:solidFill>
                  <a:srgbClr val="9E4F3E"/>
                </a:solidFill>
              </a:defRPr>
            </a:lvl8pPr>
            <a:lvl9pPr algn="l">
              <a:defRPr sz="13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E4F3E"/>
                </a:solidFill>
              </a:defRPr>
            </a:pPr>
            <a:r>
              <a:rPr sz="1350" b="1">
                <a:solidFill>
                  <a:srgbClr val="9E4F3E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6297C2-B522-4211-B995-C5C79E30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2F2A24"/>
                </a:solidFill>
              </a:defRPr>
            </a:defPPr>
            <a:lvl1pPr algn="l">
              <a:defRPr sz="1425" b="1">
                <a:solidFill>
                  <a:srgbClr val="2F2A24"/>
                </a:solidFill>
              </a:defRPr>
            </a:lvl1pPr>
            <a:lvl2pPr algn="l">
              <a:defRPr sz="1425" b="1">
                <a:solidFill>
                  <a:srgbClr val="2F2A24"/>
                </a:solidFill>
              </a:defRPr>
            </a:lvl2pPr>
            <a:lvl3pPr algn="l">
              <a:defRPr sz="1425" b="1">
                <a:solidFill>
                  <a:srgbClr val="2F2A24"/>
                </a:solidFill>
              </a:defRPr>
            </a:lvl3pPr>
            <a:lvl4pPr algn="l">
              <a:defRPr sz="1425" b="1">
                <a:solidFill>
                  <a:srgbClr val="2F2A24"/>
                </a:solidFill>
              </a:defRPr>
            </a:lvl4pPr>
            <a:lvl5pPr algn="l">
              <a:defRPr sz="1425" b="1">
                <a:solidFill>
                  <a:srgbClr val="2F2A24"/>
                </a:solidFill>
              </a:defRPr>
            </a:lvl5pPr>
            <a:lvl6pPr algn="l">
              <a:defRPr sz="1425" b="1">
                <a:solidFill>
                  <a:srgbClr val="2F2A24"/>
                </a:solidFill>
              </a:defRPr>
            </a:lvl6pPr>
            <a:lvl7pPr algn="l">
              <a:defRPr sz="1425" b="1">
                <a:solidFill>
                  <a:srgbClr val="2F2A24"/>
                </a:solidFill>
              </a:defRPr>
            </a:lvl7pPr>
            <a:lvl8pPr algn="l">
              <a:defRPr sz="1425" b="1">
                <a:solidFill>
                  <a:srgbClr val="2F2A24"/>
                </a:solidFill>
              </a:defRPr>
            </a:lvl8pPr>
            <a:lvl9pPr algn="l">
              <a:defRPr sz="1425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F2A24"/>
                </a:solidFill>
              </a:defRPr>
            </a:pPr>
            <a:r>
              <a:rPr sz="1425" b="1">
                <a:solidFill>
                  <a:srgbClr val="2F2A24"/>
                </a:solidFill>
              </a:rPr>
              <a:t>下一步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134D7A-CA61-412A-894D-1FF6B74B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480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D6258"/>
                </a:solidFill>
              </a:defRPr>
            </a:defPPr>
            <a:lvl1pPr algn="l">
              <a:defRPr sz="1200" b="0">
                <a:solidFill>
                  <a:srgbClr val="6D6258"/>
                </a:solidFill>
              </a:defRPr>
            </a:lvl1pPr>
            <a:lvl2pPr algn="l">
              <a:defRPr sz="1200" b="0">
                <a:solidFill>
                  <a:srgbClr val="6D6258"/>
                </a:solidFill>
              </a:defRPr>
            </a:lvl2pPr>
            <a:lvl3pPr algn="l">
              <a:defRPr sz="1200" b="0">
                <a:solidFill>
                  <a:srgbClr val="6D6258"/>
                </a:solidFill>
              </a:defRPr>
            </a:lvl3pPr>
            <a:lvl4pPr algn="l">
              <a:defRPr sz="1200" b="0">
                <a:solidFill>
                  <a:srgbClr val="6D6258"/>
                </a:solidFill>
              </a:defRPr>
            </a:lvl4pPr>
            <a:lvl5pPr algn="l">
              <a:defRPr sz="1200" b="0">
                <a:solidFill>
                  <a:srgbClr val="6D6258"/>
                </a:solidFill>
              </a:defRPr>
            </a:lvl5pPr>
            <a:lvl6pPr algn="l">
              <a:defRPr sz="1200" b="0">
                <a:solidFill>
                  <a:srgbClr val="6D6258"/>
                </a:solidFill>
              </a:defRPr>
            </a:lvl6pPr>
            <a:lvl7pPr algn="l">
              <a:defRPr sz="1200" b="0">
                <a:solidFill>
                  <a:srgbClr val="6D6258"/>
                </a:solidFill>
              </a:defRPr>
            </a:lvl7pPr>
            <a:lvl8pPr algn="l">
              <a:defRPr sz="1200" b="0">
                <a:solidFill>
                  <a:srgbClr val="6D6258"/>
                </a:solidFill>
              </a:defRPr>
            </a:lvl8pPr>
            <a:lvl9pPr algn="l">
              <a:defRPr sz="1200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调整任务</a:t>
            </a:r>
          </a:p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或继续探索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4D2E15-E959-4BF8-B279-E8CCC8B4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762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8DD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83560D-D54B-4AD5-B6FC-95C4C181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E4F3E"/>
                </a:solidFill>
              </a:defRPr>
            </a:defPPr>
            <a:lvl1pPr algn="l">
              <a:defRPr sz="1200" b="1">
                <a:solidFill>
                  <a:srgbClr val="9E4F3E"/>
                </a:solidFill>
              </a:defRPr>
            </a:lvl1pPr>
            <a:lvl2pPr algn="l">
              <a:defRPr sz="1200" b="1">
                <a:solidFill>
                  <a:srgbClr val="9E4F3E"/>
                </a:solidFill>
              </a:defRPr>
            </a:lvl2pPr>
            <a:lvl3pPr algn="l">
              <a:defRPr sz="1200" b="1">
                <a:solidFill>
                  <a:srgbClr val="9E4F3E"/>
                </a:solidFill>
              </a:defRPr>
            </a:lvl3pPr>
            <a:lvl4pPr algn="l">
              <a:defRPr sz="1200" b="1">
                <a:solidFill>
                  <a:srgbClr val="9E4F3E"/>
                </a:solidFill>
              </a:defRPr>
            </a:lvl4pPr>
            <a:lvl5pPr algn="l">
              <a:defRPr sz="1200" b="1">
                <a:solidFill>
                  <a:srgbClr val="9E4F3E"/>
                </a:solidFill>
              </a:defRPr>
            </a:lvl5pPr>
            <a:lvl6pPr algn="l">
              <a:defRPr sz="1200" b="1">
                <a:solidFill>
                  <a:srgbClr val="9E4F3E"/>
                </a:solidFill>
              </a:defRPr>
            </a:lvl6pPr>
            <a:lvl7pPr algn="l">
              <a:defRPr sz="1200" b="1">
                <a:solidFill>
                  <a:srgbClr val="9E4F3E"/>
                </a:solidFill>
              </a:defRPr>
            </a:lvl7pPr>
            <a:lvl8pPr algn="l">
              <a:defRPr sz="1200" b="1">
                <a:solidFill>
                  <a:srgbClr val="9E4F3E"/>
                </a:solidFill>
              </a:defRPr>
            </a:lvl8pPr>
            <a:lvl9pPr algn="l">
              <a:defRPr sz="120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9E4F3E"/>
                </a:solidFill>
              </a:defRPr>
            </a:pPr>
            <a:r>
              <a:rPr sz="1200" b="1">
                <a:solidFill>
                  <a:srgbClr val="9E4F3E"/>
                </a:solidFill>
              </a:rPr>
              <a:t>服务交付物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76B94D-6E01-48E3-95F1-64336356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43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F2A24"/>
                </a:solidFill>
              </a:defRPr>
            </a:defPPr>
            <a:lvl1pPr algn="l">
              <a:defRPr sz="1275" b="0">
                <a:solidFill>
                  <a:srgbClr val="2F2A24"/>
                </a:solidFill>
              </a:defRPr>
            </a:lvl1pPr>
            <a:lvl2pPr algn="l">
              <a:defRPr sz="1275" b="0">
                <a:solidFill>
                  <a:srgbClr val="2F2A24"/>
                </a:solidFill>
              </a:defRPr>
            </a:lvl2pPr>
            <a:lvl3pPr algn="l">
              <a:defRPr sz="1275" b="0">
                <a:solidFill>
                  <a:srgbClr val="2F2A24"/>
                </a:solidFill>
              </a:defRPr>
            </a:lvl3pPr>
            <a:lvl4pPr algn="l">
              <a:defRPr sz="1275" b="0">
                <a:solidFill>
                  <a:srgbClr val="2F2A24"/>
                </a:solidFill>
              </a:defRPr>
            </a:lvl4pPr>
            <a:lvl5pPr algn="l">
              <a:defRPr sz="1275" b="0">
                <a:solidFill>
                  <a:srgbClr val="2F2A24"/>
                </a:solidFill>
              </a:defRPr>
            </a:lvl5pPr>
            <a:lvl6pPr algn="l">
              <a:defRPr sz="1275" b="0">
                <a:solidFill>
                  <a:srgbClr val="2F2A24"/>
                </a:solidFill>
              </a:defRPr>
            </a:lvl6pPr>
            <a:lvl7pPr algn="l">
              <a:defRPr sz="1275" b="0">
                <a:solidFill>
                  <a:srgbClr val="2F2A24"/>
                </a:solidFill>
              </a:defRPr>
            </a:lvl7pPr>
            <a:lvl8pPr algn="l">
              <a:defRPr sz="1275" b="0">
                <a:solidFill>
                  <a:srgbClr val="2F2A24"/>
                </a:solidFill>
              </a:defRPr>
            </a:lvl8pPr>
            <a:lvl9pPr algn="l">
              <a:defRPr sz="1275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2A24"/>
                </a:solidFill>
              </a:defRPr>
            </a:pPr>
            <a:r>
              <a:rPr sz="1275" b="0">
                <a:solidFill>
                  <a:srgbClr val="2F2A24"/>
                </a:solidFill>
              </a:rPr>
              <a:t>家庭情况摘要  ·  7 / 14 天方案  ·  观察模板  ·  中途调整  ·  阶段回顾  ·  下一步选项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0806BB-0FD1-4E5E-901E-96CE3278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D6258"/>
                </a:solidFill>
              </a:defRPr>
            </a:defPPr>
            <a:lvl1pPr algn="l">
              <a:defRPr sz="825" b="0">
                <a:solidFill>
                  <a:srgbClr val="6D6258"/>
                </a:solidFill>
              </a:defRPr>
            </a:lvl1pPr>
            <a:lvl2pPr algn="l">
              <a:defRPr sz="825" b="0">
                <a:solidFill>
                  <a:srgbClr val="6D6258"/>
                </a:solidFill>
              </a:defRPr>
            </a:lvl2pPr>
            <a:lvl3pPr algn="l">
              <a:defRPr sz="825" b="0">
                <a:solidFill>
                  <a:srgbClr val="6D6258"/>
                </a:solidFill>
              </a:defRPr>
            </a:lvl3pPr>
            <a:lvl4pPr algn="l">
              <a:defRPr sz="825" b="0">
                <a:solidFill>
                  <a:srgbClr val="6D6258"/>
                </a:solidFill>
              </a:defRPr>
            </a:lvl4pPr>
            <a:lvl5pPr algn="l">
              <a:defRPr sz="825" b="0">
                <a:solidFill>
                  <a:srgbClr val="6D6258"/>
                </a:solidFill>
              </a:defRPr>
            </a:lvl5pPr>
            <a:lvl6pPr algn="l">
              <a:defRPr sz="825" b="0">
                <a:solidFill>
                  <a:srgbClr val="6D6258"/>
                </a:solidFill>
              </a:defRPr>
            </a:lvl6pPr>
            <a:lvl7pPr algn="l">
              <a:defRPr sz="825" b="0">
                <a:solidFill>
                  <a:srgbClr val="6D6258"/>
                </a:solidFill>
              </a:defRPr>
            </a:lvl7pPr>
            <a:lvl8pPr algn="l">
              <a:defRPr sz="825" b="0">
                <a:solidFill>
                  <a:srgbClr val="6D6258"/>
                </a:solidFill>
              </a:defRPr>
            </a:lvl8pPr>
            <a:lvl9pPr algn="l">
              <a:defRPr sz="825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D6258"/>
                </a:solidFill>
              </a:defRPr>
            </a:pPr>
            <a:r>
              <a:rPr sz="825" b="0">
                <a:solidFill>
                  <a:srgbClr val="6D6258"/>
                </a:solidFill>
              </a:rPr>
              <a:t>来源：OPC参赛作品介绍.md / OPC服务说明-天赋花园.md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DE2577-B51F-4697-8C39-77224E98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E4F3E"/>
                </a:solidFill>
              </a:defRPr>
            </a:defPPr>
            <a:lvl1pPr algn="r">
              <a:defRPr sz="825" b="1">
                <a:solidFill>
                  <a:srgbClr val="9E4F3E"/>
                </a:solidFill>
              </a:defRPr>
            </a:lvl1pPr>
            <a:lvl2pPr algn="r">
              <a:defRPr sz="825" b="1">
                <a:solidFill>
                  <a:srgbClr val="9E4F3E"/>
                </a:solidFill>
              </a:defRPr>
            </a:lvl2pPr>
            <a:lvl3pPr algn="r">
              <a:defRPr sz="825" b="1">
                <a:solidFill>
                  <a:srgbClr val="9E4F3E"/>
                </a:solidFill>
              </a:defRPr>
            </a:lvl3pPr>
            <a:lvl4pPr algn="r">
              <a:defRPr sz="825" b="1">
                <a:solidFill>
                  <a:srgbClr val="9E4F3E"/>
                </a:solidFill>
              </a:defRPr>
            </a:lvl4pPr>
            <a:lvl5pPr algn="r">
              <a:defRPr sz="825" b="1">
                <a:solidFill>
                  <a:srgbClr val="9E4F3E"/>
                </a:solidFill>
              </a:defRPr>
            </a:lvl5pPr>
            <a:lvl6pPr algn="r">
              <a:defRPr sz="825" b="1">
                <a:solidFill>
                  <a:srgbClr val="9E4F3E"/>
                </a:solidFill>
              </a:defRPr>
            </a:lvl6pPr>
            <a:lvl7pPr algn="r">
              <a:defRPr sz="825" b="1">
                <a:solidFill>
                  <a:srgbClr val="9E4F3E"/>
                </a:solidFill>
              </a:defRPr>
            </a:lvl7pPr>
            <a:lvl8pPr algn="r">
              <a:defRPr sz="825" b="1">
                <a:solidFill>
                  <a:srgbClr val="9E4F3E"/>
                </a:solidFill>
              </a:defRPr>
            </a:lvl8pPr>
            <a:lvl9pPr algn="r">
              <a:defRPr sz="825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E4F3E"/>
                </a:solidFill>
              </a:defRPr>
            </a:pPr>
            <a:r>
              <a:rPr sz="825" b="1">
                <a:solidFill>
                  <a:srgbClr val="9E4F3E"/>
                </a:solidFill>
              </a:rPr>
              <a:t>天赋生长 · OPC</a:t>
            </a:r>
          </a:p>
        </p:txBody>
      </p:sp>
    </p:spTree>
    <p:extLst>
      <p:ext uri="{BB962C8B-B14F-4D97-AF65-F5344CB8AC3E}">
        <p14:creationId xmlns:p14="http://schemas.microsoft.com/office/powerpoint/2010/main" val="1436613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57AE10-5518-4905-8852-386EAB13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9E4F3E"/>
                </a:solidFill>
              </a:defRPr>
            </a:defPPr>
            <a:lvl1pPr algn="l">
              <a:defRPr sz="1050" b="1">
                <a:solidFill>
                  <a:srgbClr val="9E4F3E"/>
                </a:solidFill>
              </a:defRPr>
            </a:lvl1pPr>
            <a:lvl2pPr algn="l">
              <a:defRPr sz="1050" b="1">
                <a:solidFill>
                  <a:srgbClr val="9E4F3E"/>
                </a:solidFill>
              </a:defRPr>
            </a:lvl2pPr>
            <a:lvl3pPr algn="l">
              <a:defRPr sz="1050" b="1">
                <a:solidFill>
                  <a:srgbClr val="9E4F3E"/>
                </a:solidFill>
              </a:defRPr>
            </a:lvl3pPr>
            <a:lvl4pPr algn="l">
              <a:defRPr sz="1050" b="1">
                <a:solidFill>
                  <a:srgbClr val="9E4F3E"/>
                </a:solidFill>
              </a:defRPr>
            </a:lvl4pPr>
            <a:lvl5pPr algn="l">
              <a:defRPr sz="1050" b="1">
                <a:solidFill>
                  <a:srgbClr val="9E4F3E"/>
                </a:solidFill>
              </a:defRPr>
            </a:lvl5pPr>
            <a:lvl6pPr algn="l">
              <a:defRPr sz="1050" b="1">
                <a:solidFill>
                  <a:srgbClr val="9E4F3E"/>
                </a:solidFill>
              </a:defRPr>
            </a:lvl6pPr>
            <a:lvl7pPr algn="l">
              <a:defRPr sz="1050" b="1">
                <a:solidFill>
                  <a:srgbClr val="9E4F3E"/>
                </a:solidFill>
              </a:defRPr>
            </a:lvl7pPr>
            <a:lvl8pPr algn="l">
              <a:defRPr sz="1050" b="1">
                <a:solidFill>
                  <a:srgbClr val="9E4F3E"/>
                </a:solidFill>
              </a:defRPr>
            </a:lvl8pPr>
            <a:lvl9pPr algn="l">
              <a:defRPr sz="10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E4F3E"/>
                </a:solidFill>
              </a:defRPr>
            </a:pPr>
            <a:r>
              <a:rPr sz="1050" b="1">
                <a:solidFill>
                  <a:srgbClr val="9E4F3E"/>
                </a:solidFill>
              </a:rPr>
              <a:t>03 · Demo + OPC 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B2E52-1720-42C5-9043-2F5CD29F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2F2A24"/>
                </a:solidFill>
              </a:defRPr>
            </a:defPPr>
            <a:lvl1pPr algn="l">
              <a:defRPr sz="2400" b="1">
                <a:solidFill>
                  <a:srgbClr val="2F2A24"/>
                </a:solidFill>
              </a:defRPr>
            </a:lvl1pPr>
            <a:lvl2pPr algn="l">
              <a:defRPr sz="2400" b="1">
                <a:solidFill>
                  <a:srgbClr val="2F2A24"/>
                </a:solidFill>
              </a:defRPr>
            </a:lvl2pPr>
            <a:lvl3pPr algn="l">
              <a:defRPr sz="2400" b="1">
                <a:solidFill>
                  <a:srgbClr val="2F2A24"/>
                </a:solidFill>
              </a:defRPr>
            </a:lvl3pPr>
            <a:lvl4pPr algn="l">
              <a:defRPr sz="2400" b="1">
                <a:solidFill>
                  <a:srgbClr val="2F2A24"/>
                </a:solidFill>
              </a:defRPr>
            </a:lvl4pPr>
            <a:lvl5pPr algn="l">
              <a:defRPr sz="2400" b="1">
                <a:solidFill>
                  <a:srgbClr val="2F2A24"/>
                </a:solidFill>
              </a:defRPr>
            </a:lvl5pPr>
            <a:lvl6pPr algn="l">
              <a:defRPr sz="2400" b="1">
                <a:solidFill>
                  <a:srgbClr val="2F2A24"/>
                </a:solidFill>
              </a:defRPr>
            </a:lvl6pPr>
            <a:lvl7pPr algn="l">
              <a:defRPr sz="2400" b="1">
                <a:solidFill>
                  <a:srgbClr val="2F2A24"/>
                </a:solidFill>
              </a:defRPr>
            </a:lvl7pPr>
            <a:lvl8pPr algn="l">
              <a:defRPr sz="2400" b="1">
                <a:solidFill>
                  <a:srgbClr val="2F2A24"/>
                </a:solidFill>
              </a:defRPr>
            </a:lvl8pPr>
            <a:lvl9pPr algn="l">
              <a:defRPr sz="2400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F2A24"/>
                </a:solidFill>
              </a:defRPr>
            </a:pPr>
            <a:r>
              <a:rPr sz="2400" b="1">
                <a:solidFill>
                  <a:srgbClr val="2F2A24"/>
                </a:solidFill>
              </a:rPr>
              <a:t>同一套工作台，连接“探索记录”和“服务交付”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6BC0C-A94B-42D3-BCD4-3F3FE589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D6258"/>
                </a:solidFill>
              </a:defRPr>
            </a:defPPr>
            <a:lvl1pPr algn="r">
              <a:defRPr sz="1125" b="1">
                <a:solidFill>
                  <a:srgbClr val="6D6258"/>
                </a:solidFill>
              </a:defRPr>
            </a:lvl1pPr>
            <a:lvl2pPr algn="r">
              <a:defRPr sz="1125" b="1">
                <a:solidFill>
                  <a:srgbClr val="6D6258"/>
                </a:solidFill>
              </a:defRPr>
            </a:lvl2pPr>
            <a:lvl3pPr algn="r">
              <a:defRPr sz="1125" b="1">
                <a:solidFill>
                  <a:srgbClr val="6D6258"/>
                </a:solidFill>
              </a:defRPr>
            </a:lvl3pPr>
            <a:lvl4pPr algn="r">
              <a:defRPr sz="1125" b="1">
                <a:solidFill>
                  <a:srgbClr val="6D6258"/>
                </a:solidFill>
              </a:defRPr>
            </a:lvl4pPr>
            <a:lvl5pPr algn="r">
              <a:defRPr sz="1125" b="1">
                <a:solidFill>
                  <a:srgbClr val="6D6258"/>
                </a:solidFill>
              </a:defRPr>
            </a:lvl5pPr>
            <a:lvl6pPr algn="r">
              <a:defRPr sz="1125" b="1">
                <a:solidFill>
                  <a:srgbClr val="6D6258"/>
                </a:solidFill>
              </a:defRPr>
            </a:lvl6pPr>
            <a:lvl7pPr algn="r">
              <a:defRPr sz="1125" b="1">
                <a:solidFill>
                  <a:srgbClr val="6D6258"/>
                </a:solidFill>
              </a:defRPr>
            </a:lvl7pPr>
            <a:lvl8pPr algn="r">
              <a:defRPr sz="1125" b="1">
                <a:solidFill>
                  <a:srgbClr val="6D6258"/>
                </a:solidFill>
              </a:defRPr>
            </a:lvl8pPr>
            <a:lvl9pPr algn="r">
              <a:defRPr sz="1125" b="1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D6258"/>
                </a:solidFill>
              </a:defRPr>
            </a:pPr>
            <a:r>
              <a:rPr sz="1125" b="1">
                <a:solidFill>
                  <a:srgbClr val="6D625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AA31D-E0C2-4B54-BF9F-A3266860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2DF3D-7FAB-435D-8874-49A00BB8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D6258"/>
                </a:solidFill>
              </a:defRPr>
            </a:defPPr>
            <a:lvl1pPr algn="l">
              <a:defRPr sz="1350" b="0">
                <a:solidFill>
                  <a:srgbClr val="6D6258"/>
                </a:solidFill>
              </a:defRPr>
            </a:lvl1pPr>
            <a:lvl2pPr algn="l">
              <a:defRPr sz="1350" b="0">
                <a:solidFill>
                  <a:srgbClr val="6D6258"/>
                </a:solidFill>
              </a:defRPr>
            </a:lvl2pPr>
            <a:lvl3pPr algn="l">
              <a:defRPr sz="1350" b="0">
                <a:solidFill>
                  <a:srgbClr val="6D6258"/>
                </a:solidFill>
              </a:defRPr>
            </a:lvl3pPr>
            <a:lvl4pPr algn="l">
              <a:defRPr sz="1350" b="0">
                <a:solidFill>
                  <a:srgbClr val="6D6258"/>
                </a:solidFill>
              </a:defRPr>
            </a:lvl4pPr>
            <a:lvl5pPr algn="l">
              <a:defRPr sz="1350" b="0">
                <a:solidFill>
                  <a:srgbClr val="6D6258"/>
                </a:solidFill>
              </a:defRPr>
            </a:lvl5pPr>
            <a:lvl6pPr algn="l">
              <a:defRPr sz="1350" b="0">
                <a:solidFill>
                  <a:srgbClr val="6D6258"/>
                </a:solidFill>
              </a:defRPr>
            </a:lvl6pPr>
            <a:lvl7pPr algn="l">
              <a:defRPr sz="1350" b="0">
                <a:solidFill>
                  <a:srgbClr val="6D6258"/>
                </a:solidFill>
              </a:defRPr>
            </a:lvl7pPr>
            <a:lvl8pPr algn="l">
              <a:defRPr sz="1350" b="0">
                <a:solidFill>
                  <a:srgbClr val="6D6258"/>
                </a:solidFill>
              </a:defRPr>
            </a:lvl8pPr>
            <a:lvl9pPr algn="l">
              <a:defRPr sz="1350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D6258"/>
                </a:solidFill>
              </a:defRPr>
            </a:pPr>
            <a:r>
              <a:rPr sz="1350" b="0">
                <a:solidFill>
                  <a:srgbClr val="6D6258"/>
                </a:solidFill>
              </a:rPr>
              <a:t>真实产品已上线 Web/PWA；案例与支付页均为参赛演示口径。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ADAC4-5669-48F0-AB26-8616260DBB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542bb64ed47db"/>
          <a:srcRect xmlns:a="http://schemas.openxmlformats.org/drawingml/2006/main" l="4775" t="0" r="47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4953000" cy="3238500"/>
          </a:xfrm>
          <a:prstGeom xmlns:a="http://schemas.openxmlformats.org/drawingml/2006/main" prst="roundRect">
            <a:avLst>
              <a:gd name="adj" fmla="val 52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0B076-4AED-4723-B6A2-39EB6AE8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31495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E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A3235-773D-4F09-93D7-D42B29CF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62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2F2A24"/>
                </a:solidFill>
              </a:defRPr>
            </a:defPPr>
            <a:lvl1pPr algn="l">
              <a:defRPr sz="1650" b="1">
                <a:solidFill>
                  <a:srgbClr val="2F2A24"/>
                </a:solidFill>
              </a:defRPr>
            </a:lvl1pPr>
            <a:lvl2pPr algn="l">
              <a:defRPr sz="1650" b="1">
                <a:solidFill>
                  <a:srgbClr val="2F2A24"/>
                </a:solidFill>
              </a:defRPr>
            </a:lvl2pPr>
            <a:lvl3pPr algn="l">
              <a:defRPr sz="1650" b="1">
                <a:solidFill>
                  <a:srgbClr val="2F2A24"/>
                </a:solidFill>
              </a:defRPr>
            </a:lvl3pPr>
            <a:lvl4pPr algn="l">
              <a:defRPr sz="1650" b="1">
                <a:solidFill>
                  <a:srgbClr val="2F2A24"/>
                </a:solidFill>
              </a:defRPr>
            </a:lvl4pPr>
            <a:lvl5pPr algn="l">
              <a:defRPr sz="1650" b="1">
                <a:solidFill>
                  <a:srgbClr val="2F2A24"/>
                </a:solidFill>
              </a:defRPr>
            </a:lvl5pPr>
            <a:lvl6pPr algn="l">
              <a:defRPr sz="1650" b="1">
                <a:solidFill>
                  <a:srgbClr val="2F2A24"/>
                </a:solidFill>
              </a:defRPr>
            </a:lvl6pPr>
            <a:lvl7pPr algn="l">
              <a:defRPr sz="1650" b="1">
                <a:solidFill>
                  <a:srgbClr val="2F2A24"/>
                </a:solidFill>
              </a:defRPr>
            </a:lvl7pPr>
            <a:lvl8pPr algn="l">
              <a:defRPr sz="1650" b="1">
                <a:solidFill>
                  <a:srgbClr val="2F2A24"/>
                </a:solidFill>
              </a:defRPr>
            </a:lvl8pPr>
            <a:lvl9pPr algn="l">
              <a:defRPr sz="1650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2A24"/>
                </a:solidFill>
              </a:defRPr>
            </a:pPr>
            <a:r>
              <a:rPr sz="1650" b="1">
                <a:solidFill>
                  <a:srgbClr val="2F2A24"/>
                </a:solidFill>
              </a:rPr>
              <a:t>天赋花园 · 标准培养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4E78A-4C75-4877-85EB-302B6BDF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9E4F3E"/>
                </a:solidFill>
              </a:defRPr>
            </a:defPPr>
            <a:lvl1pPr algn="l">
              <a:defRPr sz="1350" b="1">
                <a:solidFill>
                  <a:srgbClr val="9E4F3E"/>
                </a:solidFill>
              </a:defRPr>
            </a:lvl1pPr>
            <a:lvl2pPr algn="l">
              <a:defRPr sz="1350" b="1">
                <a:solidFill>
                  <a:srgbClr val="9E4F3E"/>
                </a:solidFill>
              </a:defRPr>
            </a:lvl2pPr>
            <a:lvl3pPr algn="l">
              <a:defRPr sz="1350" b="1">
                <a:solidFill>
                  <a:srgbClr val="9E4F3E"/>
                </a:solidFill>
              </a:defRPr>
            </a:lvl3pPr>
            <a:lvl4pPr algn="l">
              <a:defRPr sz="1350" b="1">
                <a:solidFill>
                  <a:srgbClr val="9E4F3E"/>
                </a:solidFill>
              </a:defRPr>
            </a:lvl4pPr>
            <a:lvl5pPr algn="l">
              <a:defRPr sz="1350" b="1">
                <a:solidFill>
                  <a:srgbClr val="9E4F3E"/>
                </a:solidFill>
              </a:defRPr>
            </a:lvl5pPr>
            <a:lvl6pPr algn="l">
              <a:defRPr sz="1350" b="1">
                <a:solidFill>
                  <a:srgbClr val="9E4F3E"/>
                </a:solidFill>
              </a:defRPr>
            </a:lvl6pPr>
            <a:lvl7pPr algn="l">
              <a:defRPr sz="1350" b="1">
                <a:solidFill>
                  <a:srgbClr val="9E4F3E"/>
                </a:solidFill>
              </a:defRPr>
            </a:lvl7pPr>
            <a:lvl8pPr algn="l">
              <a:defRPr sz="1350" b="1">
                <a:solidFill>
                  <a:srgbClr val="9E4F3E"/>
                </a:solidFill>
              </a:defRPr>
            </a:lvl8pPr>
            <a:lvl9pPr algn="l">
              <a:defRPr sz="13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E4F3E"/>
                </a:solidFill>
              </a:defRPr>
            </a:pPr>
            <a:r>
              <a:rPr sz="1350" b="1">
                <a:solidFill>
                  <a:srgbClr val="9E4F3E"/>
                </a:solidFill>
              </a:rPr>
              <a:t>14 天探索服务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1284C-D956-436F-BF37-C8294F16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90875"/>
            <a:ext cx="4486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8B08F-485F-4558-A22D-793EF121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6836D"/>
                </a:solidFill>
              </a:defRPr>
            </a:defPPr>
            <a:lvl1pPr algn="l">
              <a:defRPr sz="1125" b="1">
                <a:solidFill>
                  <a:srgbClr val="66836D"/>
                </a:solidFill>
              </a:defRPr>
            </a:lvl1pPr>
            <a:lvl2pPr algn="l">
              <a:defRPr sz="1125" b="1">
                <a:solidFill>
                  <a:srgbClr val="66836D"/>
                </a:solidFill>
              </a:defRPr>
            </a:lvl2pPr>
            <a:lvl3pPr algn="l">
              <a:defRPr sz="1125" b="1">
                <a:solidFill>
                  <a:srgbClr val="66836D"/>
                </a:solidFill>
              </a:defRPr>
            </a:lvl3pPr>
            <a:lvl4pPr algn="l">
              <a:defRPr sz="1125" b="1">
                <a:solidFill>
                  <a:srgbClr val="66836D"/>
                </a:solidFill>
              </a:defRPr>
            </a:lvl4pPr>
            <a:lvl5pPr algn="l">
              <a:defRPr sz="1125" b="1">
                <a:solidFill>
                  <a:srgbClr val="66836D"/>
                </a:solidFill>
              </a:defRPr>
            </a:lvl5pPr>
            <a:lvl6pPr algn="l">
              <a:defRPr sz="1125" b="1">
                <a:solidFill>
                  <a:srgbClr val="66836D"/>
                </a:solidFill>
              </a:defRPr>
            </a:lvl6pPr>
            <a:lvl7pPr algn="l">
              <a:defRPr sz="1125" b="1">
                <a:solidFill>
                  <a:srgbClr val="66836D"/>
                </a:solidFill>
              </a:defRPr>
            </a:lvl7pPr>
            <a:lvl8pPr algn="l">
              <a:defRPr sz="1125" b="1">
                <a:solidFill>
                  <a:srgbClr val="66836D"/>
                </a:solidFill>
              </a:defRPr>
            </a:lvl8pPr>
            <a:lvl9pPr algn="l">
              <a:defRPr sz="1125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6836D"/>
                </a:solidFill>
              </a:defRPr>
            </a:pPr>
            <a:r>
              <a:rPr sz="1125" b="1">
                <a:solidFill>
                  <a:srgbClr val="66836D"/>
                </a:solidFill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4CD2A-235B-4E34-9EE0-6A852D05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F2A24"/>
                </a:solidFill>
              </a:defRPr>
            </a:defPPr>
            <a:lvl1pPr algn="l">
              <a:defRPr sz="1125" b="0">
                <a:solidFill>
                  <a:srgbClr val="2F2A24"/>
                </a:solidFill>
              </a:defRPr>
            </a:lvl1pPr>
            <a:lvl2pPr algn="l">
              <a:defRPr sz="1125" b="0">
                <a:solidFill>
                  <a:srgbClr val="2F2A24"/>
                </a:solidFill>
              </a:defRPr>
            </a:lvl2pPr>
            <a:lvl3pPr algn="l">
              <a:defRPr sz="1125" b="0">
                <a:solidFill>
                  <a:srgbClr val="2F2A24"/>
                </a:solidFill>
              </a:defRPr>
            </a:lvl3pPr>
            <a:lvl4pPr algn="l">
              <a:defRPr sz="1125" b="0">
                <a:solidFill>
                  <a:srgbClr val="2F2A24"/>
                </a:solidFill>
              </a:defRPr>
            </a:lvl4pPr>
            <a:lvl5pPr algn="l">
              <a:defRPr sz="1125" b="0">
                <a:solidFill>
                  <a:srgbClr val="2F2A24"/>
                </a:solidFill>
              </a:defRPr>
            </a:lvl5pPr>
            <a:lvl6pPr algn="l">
              <a:defRPr sz="1125" b="0">
                <a:solidFill>
                  <a:srgbClr val="2F2A24"/>
                </a:solidFill>
              </a:defRPr>
            </a:lvl6pPr>
            <a:lvl7pPr algn="l">
              <a:defRPr sz="1125" b="0">
                <a:solidFill>
                  <a:srgbClr val="2F2A24"/>
                </a:solidFill>
              </a:defRPr>
            </a:lvl7pPr>
            <a:lvl8pPr algn="l">
              <a:defRPr sz="1125" b="0">
                <a:solidFill>
                  <a:srgbClr val="2F2A24"/>
                </a:solidFill>
              </a:defRPr>
            </a:lvl8pPr>
            <a:lvl9pPr algn="l">
              <a:defRPr sz="1125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F2A24"/>
                </a:solidFill>
              </a:defRPr>
            </a:pPr>
            <a:r>
              <a:rPr sz="1125" b="0">
                <a:solidFill>
                  <a:srgbClr val="2F2A24"/>
                </a:solidFill>
              </a:rPr>
              <a:t>一个真实困惑 + 家庭条件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8C430-7D0B-47D6-AC36-F00AEB39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6836D"/>
                </a:solidFill>
              </a:defRPr>
            </a:defPPr>
            <a:lvl1pPr algn="l">
              <a:defRPr sz="1125" b="1">
                <a:solidFill>
                  <a:srgbClr val="66836D"/>
                </a:solidFill>
              </a:defRPr>
            </a:lvl1pPr>
            <a:lvl2pPr algn="l">
              <a:defRPr sz="1125" b="1">
                <a:solidFill>
                  <a:srgbClr val="66836D"/>
                </a:solidFill>
              </a:defRPr>
            </a:lvl2pPr>
            <a:lvl3pPr algn="l">
              <a:defRPr sz="1125" b="1">
                <a:solidFill>
                  <a:srgbClr val="66836D"/>
                </a:solidFill>
              </a:defRPr>
            </a:lvl3pPr>
            <a:lvl4pPr algn="l">
              <a:defRPr sz="1125" b="1">
                <a:solidFill>
                  <a:srgbClr val="66836D"/>
                </a:solidFill>
              </a:defRPr>
            </a:lvl4pPr>
            <a:lvl5pPr algn="l">
              <a:defRPr sz="1125" b="1">
                <a:solidFill>
                  <a:srgbClr val="66836D"/>
                </a:solidFill>
              </a:defRPr>
            </a:lvl5pPr>
            <a:lvl6pPr algn="l">
              <a:defRPr sz="1125" b="1">
                <a:solidFill>
                  <a:srgbClr val="66836D"/>
                </a:solidFill>
              </a:defRPr>
            </a:lvl6pPr>
            <a:lvl7pPr algn="l">
              <a:defRPr sz="1125" b="1">
                <a:solidFill>
                  <a:srgbClr val="66836D"/>
                </a:solidFill>
              </a:defRPr>
            </a:lvl7pPr>
            <a:lvl8pPr algn="l">
              <a:defRPr sz="1125" b="1">
                <a:solidFill>
                  <a:srgbClr val="66836D"/>
                </a:solidFill>
              </a:defRPr>
            </a:lvl8pPr>
            <a:lvl9pPr algn="l">
              <a:defRPr sz="1125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6836D"/>
                </a:solidFill>
              </a:defRPr>
            </a:pPr>
            <a:r>
              <a:rPr sz="1125" b="1">
                <a:solidFill>
                  <a:srgbClr val="66836D"/>
                </a:solidFill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DD1EA-E2D1-449D-A4B2-651C9AA8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F2A24"/>
                </a:solidFill>
              </a:defRPr>
            </a:defPPr>
            <a:lvl1pPr algn="l">
              <a:defRPr sz="1125" b="0">
                <a:solidFill>
                  <a:srgbClr val="2F2A24"/>
                </a:solidFill>
              </a:defRPr>
            </a:lvl1pPr>
            <a:lvl2pPr algn="l">
              <a:defRPr sz="1125" b="0">
                <a:solidFill>
                  <a:srgbClr val="2F2A24"/>
                </a:solidFill>
              </a:defRPr>
            </a:lvl2pPr>
            <a:lvl3pPr algn="l">
              <a:defRPr sz="1125" b="0">
                <a:solidFill>
                  <a:srgbClr val="2F2A24"/>
                </a:solidFill>
              </a:defRPr>
            </a:lvl3pPr>
            <a:lvl4pPr algn="l">
              <a:defRPr sz="1125" b="0">
                <a:solidFill>
                  <a:srgbClr val="2F2A24"/>
                </a:solidFill>
              </a:defRPr>
            </a:lvl4pPr>
            <a:lvl5pPr algn="l">
              <a:defRPr sz="1125" b="0">
                <a:solidFill>
                  <a:srgbClr val="2F2A24"/>
                </a:solidFill>
              </a:defRPr>
            </a:lvl5pPr>
            <a:lvl6pPr algn="l">
              <a:defRPr sz="1125" b="0">
                <a:solidFill>
                  <a:srgbClr val="2F2A24"/>
                </a:solidFill>
              </a:defRPr>
            </a:lvl6pPr>
            <a:lvl7pPr algn="l">
              <a:defRPr sz="1125" b="0">
                <a:solidFill>
                  <a:srgbClr val="2F2A24"/>
                </a:solidFill>
              </a:defRPr>
            </a:lvl7pPr>
            <a:lvl8pPr algn="l">
              <a:defRPr sz="1125" b="0">
                <a:solidFill>
                  <a:srgbClr val="2F2A24"/>
                </a:solidFill>
              </a:defRPr>
            </a:lvl8pPr>
            <a:lvl9pPr algn="l">
              <a:defRPr sz="1125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F2A24"/>
                </a:solidFill>
              </a:defRPr>
            </a:pPr>
            <a:r>
              <a:rPr sz="1125" b="0">
                <a:solidFill>
                  <a:srgbClr val="2F2A24"/>
                </a:solidFill>
              </a:rPr>
              <a:t>任务组合、记录模板、阶段回顾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5E352-128F-43D9-BB81-7F800BC0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6836D"/>
                </a:solidFill>
              </a:defRPr>
            </a:defPPr>
            <a:lvl1pPr algn="l">
              <a:defRPr sz="1125" b="1">
                <a:solidFill>
                  <a:srgbClr val="66836D"/>
                </a:solidFill>
              </a:defRPr>
            </a:lvl1pPr>
            <a:lvl2pPr algn="l">
              <a:defRPr sz="1125" b="1">
                <a:solidFill>
                  <a:srgbClr val="66836D"/>
                </a:solidFill>
              </a:defRPr>
            </a:lvl2pPr>
            <a:lvl3pPr algn="l">
              <a:defRPr sz="1125" b="1">
                <a:solidFill>
                  <a:srgbClr val="66836D"/>
                </a:solidFill>
              </a:defRPr>
            </a:lvl3pPr>
            <a:lvl4pPr algn="l">
              <a:defRPr sz="1125" b="1">
                <a:solidFill>
                  <a:srgbClr val="66836D"/>
                </a:solidFill>
              </a:defRPr>
            </a:lvl4pPr>
            <a:lvl5pPr algn="l">
              <a:defRPr sz="1125" b="1">
                <a:solidFill>
                  <a:srgbClr val="66836D"/>
                </a:solidFill>
              </a:defRPr>
            </a:lvl5pPr>
            <a:lvl6pPr algn="l">
              <a:defRPr sz="1125" b="1">
                <a:solidFill>
                  <a:srgbClr val="66836D"/>
                </a:solidFill>
              </a:defRPr>
            </a:lvl6pPr>
            <a:lvl7pPr algn="l">
              <a:defRPr sz="1125" b="1">
                <a:solidFill>
                  <a:srgbClr val="66836D"/>
                </a:solidFill>
              </a:defRPr>
            </a:lvl7pPr>
            <a:lvl8pPr algn="l">
              <a:defRPr sz="1125" b="1">
                <a:solidFill>
                  <a:srgbClr val="66836D"/>
                </a:solidFill>
              </a:defRPr>
            </a:lvl8pPr>
            <a:lvl9pPr algn="l">
              <a:defRPr sz="1125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6836D"/>
                </a:solidFill>
              </a:defRPr>
            </a:pPr>
            <a:r>
              <a:rPr sz="1125" b="1">
                <a:solidFill>
                  <a:srgbClr val="66836D"/>
                </a:solidFill>
              </a:rPr>
              <a:t>价格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F295E-E51F-467D-80D2-4B2349DD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91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F2A24"/>
                </a:solidFill>
              </a:defRPr>
            </a:defPPr>
            <a:lvl1pPr algn="l">
              <a:defRPr sz="1125" b="0">
                <a:solidFill>
                  <a:srgbClr val="2F2A24"/>
                </a:solidFill>
              </a:defRPr>
            </a:lvl1pPr>
            <a:lvl2pPr algn="l">
              <a:defRPr sz="1125" b="0">
                <a:solidFill>
                  <a:srgbClr val="2F2A24"/>
                </a:solidFill>
              </a:defRPr>
            </a:lvl2pPr>
            <a:lvl3pPr algn="l">
              <a:defRPr sz="1125" b="0">
                <a:solidFill>
                  <a:srgbClr val="2F2A24"/>
                </a:solidFill>
              </a:defRPr>
            </a:lvl3pPr>
            <a:lvl4pPr algn="l">
              <a:defRPr sz="1125" b="0">
                <a:solidFill>
                  <a:srgbClr val="2F2A24"/>
                </a:solidFill>
              </a:defRPr>
            </a:lvl4pPr>
            <a:lvl5pPr algn="l">
              <a:defRPr sz="1125" b="0">
                <a:solidFill>
                  <a:srgbClr val="2F2A24"/>
                </a:solidFill>
              </a:defRPr>
            </a:lvl5pPr>
            <a:lvl6pPr algn="l">
              <a:defRPr sz="1125" b="0">
                <a:solidFill>
                  <a:srgbClr val="2F2A24"/>
                </a:solidFill>
              </a:defRPr>
            </a:lvl6pPr>
            <a:lvl7pPr algn="l">
              <a:defRPr sz="1125" b="0">
                <a:solidFill>
                  <a:srgbClr val="2F2A24"/>
                </a:solidFill>
              </a:defRPr>
            </a:lvl7pPr>
            <a:lvl8pPr algn="l">
              <a:defRPr sz="1125" b="0">
                <a:solidFill>
                  <a:srgbClr val="2F2A24"/>
                </a:solidFill>
              </a:defRPr>
            </a:lvl8pPr>
            <a:lvl9pPr algn="l">
              <a:defRPr sz="1125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F2A24"/>
                </a:solidFill>
              </a:defRPr>
            </a:pPr>
            <a:r>
              <a:rPr sz="1125" b="0">
                <a:solidFill>
                  <a:srgbClr val="2F2A24"/>
                </a:solidFill>
              </a:rPr>
              <a:t>体验 9.9 / 标准 29.9 / 陪伴 69.9 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B0BE8-1DDD-4208-914A-F2CD8F9D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72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6836D"/>
                </a:solidFill>
              </a:defRPr>
            </a:defPPr>
            <a:lvl1pPr algn="l">
              <a:defRPr sz="1125" b="1">
                <a:solidFill>
                  <a:srgbClr val="66836D"/>
                </a:solidFill>
              </a:defRPr>
            </a:lvl1pPr>
            <a:lvl2pPr algn="l">
              <a:defRPr sz="1125" b="1">
                <a:solidFill>
                  <a:srgbClr val="66836D"/>
                </a:solidFill>
              </a:defRPr>
            </a:lvl2pPr>
            <a:lvl3pPr algn="l">
              <a:defRPr sz="1125" b="1">
                <a:solidFill>
                  <a:srgbClr val="66836D"/>
                </a:solidFill>
              </a:defRPr>
            </a:lvl3pPr>
            <a:lvl4pPr algn="l">
              <a:defRPr sz="1125" b="1">
                <a:solidFill>
                  <a:srgbClr val="66836D"/>
                </a:solidFill>
              </a:defRPr>
            </a:lvl4pPr>
            <a:lvl5pPr algn="l">
              <a:defRPr sz="1125" b="1">
                <a:solidFill>
                  <a:srgbClr val="66836D"/>
                </a:solidFill>
              </a:defRPr>
            </a:lvl5pPr>
            <a:lvl6pPr algn="l">
              <a:defRPr sz="1125" b="1">
                <a:solidFill>
                  <a:srgbClr val="66836D"/>
                </a:solidFill>
              </a:defRPr>
            </a:lvl6pPr>
            <a:lvl7pPr algn="l">
              <a:defRPr sz="1125" b="1">
                <a:solidFill>
                  <a:srgbClr val="66836D"/>
                </a:solidFill>
              </a:defRPr>
            </a:lvl7pPr>
            <a:lvl8pPr algn="l">
              <a:defRPr sz="1125" b="1">
                <a:solidFill>
                  <a:srgbClr val="66836D"/>
                </a:solidFill>
              </a:defRPr>
            </a:lvl8pPr>
            <a:lvl9pPr algn="l">
              <a:defRPr sz="1125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6836D"/>
                </a:solidFill>
              </a:defRPr>
            </a:pPr>
            <a:r>
              <a:rPr sz="1125" b="1">
                <a:solidFill>
                  <a:srgbClr val="66836D"/>
                </a:solidFill>
              </a:rPr>
              <a:t>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86DA5-ECD9-484A-BE18-864992D6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72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F2A24"/>
                </a:solidFill>
              </a:defRPr>
            </a:defPPr>
            <a:lvl1pPr algn="l">
              <a:defRPr sz="1125" b="0">
                <a:solidFill>
                  <a:srgbClr val="2F2A24"/>
                </a:solidFill>
              </a:defRPr>
            </a:lvl1pPr>
            <a:lvl2pPr algn="l">
              <a:defRPr sz="1125" b="0">
                <a:solidFill>
                  <a:srgbClr val="2F2A24"/>
                </a:solidFill>
              </a:defRPr>
            </a:lvl2pPr>
            <a:lvl3pPr algn="l">
              <a:defRPr sz="1125" b="0">
                <a:solidFill>
                  <a:srgbClr val="2F2A24"/>
                </a:solidFill>
              </a:defRPr>
            </a:lvl3pPr>
            <a:lvl4pPr algn="l">
              <a:defRPr sz="1125" b="0">
                <a:solidFill>
                  <a:srgbClr val="2F2A24"/>
                </a:solidFill>
              </a:defRPr>
            </a:lvl4pPr>
            <a:lvl5pPr algn="l">
              <a:defRPr sz="1125" b="0">
                <a:solidFill>
                  <a:srgbClr val="2F2A24"/>
                </a:solidFill>
              </a:defRPr>
            </a:lvl5pPr>
            <a:lvl6pPr algn="l">
              <a:defRPr sz="1125" b="0">
                <a:solidFill>
                  <a:srgbClr val="2F2A24"/>
                </a:solidFill>
              </a:defRPr>
            </a:lvl6pPr>
            <a:lvl7pPr algn="l">
              <a:defRPr sz="1125" b="0">
                <a:solidFill>
                  <a:srgbClr val="2F2A24"/>
                </a:solidFill>
              </a:defRPr>
            </a:lvl7pPr>
            <a:lvl8pPr algn="l">
              <a:defRPr sz="1125" b="0">
                <a:solidFill>
                  <a:srgbClr val="2F2A24"/>
                </a:solidFill>
              </a:defRPr>
            </a:lvl8pPr>
            <a:lvl9pPr algn="l">
              <a:defRPr sz="1125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F2A24"/>
                </a:solidFill>
              </a:defRPr>
            </a:pPr>
            <a:r>
              <a:rPr sz="1125" b="0">
                <a:solidFill>
                  <a:srgbClr val="2F2A24"/>
                </a:solidFill>
              </a:rPr>
              <a:t>演示支付，不接真实收款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6C7D1-E67D-44A4-ADC4-B447CF1D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012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E4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85F64-AEF6-4AF1-A570-6372AFC3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9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查看样例交付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BB9D9-984E-4A22-81FA-A314AAA4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9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C61E5-45D5-4CB2-9C35-79CE12CE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2A24"/>
                </a:solidFill>
              </a:defRPr>
            </a:defPPr>
            <a:lvl1pPr algn="ctr">
              <a:defRPr sz="1050" b="1">
                <a:solidFill>
                  <a:srgbClr val="2F2A24"/>
                </a:solidFill>
              </a:defRPr>
            </a:lvl1pPr>
            <a:lvl2pPr algn="ctr">
              <a:defRPr sz="1050" b="1">
                <a:solidFill>
                  <a:srgbClr val="2F2A24"/>
                </a:solidFill>
              </a:defRPr>
            </a:lvl2pPr>
            <a:lvl3pPr algn="ctr">
              <a:defRPr sz="1050" b="1">
                <a:solidFill>
                  <a:srgbClr val="2F2A24"/>
                </a:solidFill>
              </a:defRPr>
            </a:lvl3pPr>
            <a:lvl4pPr algn="ctr">
              <a:defRPr sz="1050" b="1">
                <a:solidFill>
                  <a:srgbClr val="2F2A24"/>
                </a:solidFill>
              </a:defRPr>
            </a:lvl4pPr>
            <a:lvl5pPr algn="ctr">
              <a:defRPr sz="1050" b="1">
                <a:solidFill>
                  <a:srgbClr val="2F2A24"/>
                </a:solidFill>
              </a:defRPr>
            </a:lvl5pPr>
            <a:lvl6pPr algn="ctr">
              <a:defRPr sz="1050" b="1">
                <a:solidFill>
                  <a:srgbClr val="2F2A24"/>
                </a:solidFill>
              </a:defRPr>
            </a:lvl6pPr>
            <a:lvl7pPr algn="ctr">
              <a:defRPr sz="1050" b="1">
                <a:solidFill>
                  <a:srgbClr val="2F2A24"/>
                </a:solidFill>
              </a:defRPr>
            </a:lvl7pPr>
            <a:lvl8pPr algn="ctr">
              <a:defRPr sz="1050" b="1">
                <a:solidFill>
                  <a:srgbClr val="2F2A24"/>
                </a:solidFill>
              </a:defRPr>
            </a:lvl8pPr>
            <a:lvl9pPr algn="ctr">
              <a:defRPr sz="1050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2A24"/>
                </a:solidFill>
              </a:defRPr>
            </a:pPr>
            <a:r>
              <a:rPr sz="1050" b="1">
                <a:solidFill>
                  <a:srgbClr val="2F2A24"/>
                </a:solidFill>
              </a:rPr>
              <a:t>进入演示支付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4E60C-050E-4E4D-B0FE-FD0EFD87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D6258"/>
                </a:solidFill>
              </a:defRPr>
            </a:defPPr>
            <a:lvl1pPr algn="l">
              <a:defRPr sz="825" b="0">
                <a:solidFill>
                  <a:srgbClr val="6D6258"/>
                </a:solidFill>
              </a:defRPr>
            </a:lvl1pPr>
            <a:lvl2pPr algn="l">
              <a:defRPr sz="825" b="0">
                <a:solidFill>
                  <a:srgbClr val="6D6258"/>
                </a:solidFill>
              </a:defRPr>
            </a:lvl2pPr>
            <a:lvl3pPr algn="l">
              <a:defRPr sz="825" b="0">
                <a:solidFill>
                  <a:srgbClr val="6D6258"/>
                </a:solidFill>
              </a:defRPr>
            </a:lvl3pPr>
            <a:lvl4pPr algn="l">
              <a:defRPr sz="825" b="0">
                <a:solidFill>
                  <a:srgbClr val="6D6258"/>
                </a:solidFill>
              </a:defRPr>
            </a:lvl4pPr>
            <a:lvl5pPr algn="l">
              <a:defRPr sz="825" b="0">
                <a:solidFill>
                  <a:srgbClr val="6D6258"/>
                </a:solidFill>
              </a:defRPr>
            </a:lvl5pPr>
            <a:lvl6pPr algn="l">
              <a:defRPr sz="825" b="0">
                <a:solidFill>
                  <a:srgbClr val="6D6258"/>
                </a:solidFill>
              </a:defRPr>
            </a:lvl6pPr>
            <a:lvl7pPr algn="l">
              <a:defRPr sz="825" b="0">
                <a:solidFill>
                  <a:srgbClr val="6D6258"/>
                </a:solidFill>
              </a:defRPr>
            </a:lvl7pPr>
            <a:lvl8pPr algn="l">
              <a:defRPr sz="825" b="0">
                <a:solidFill>
                  <a:srgbClr val="6D6258"/>
                </a:solidFill>
              </a:defRPr>
            </a:lvl8pPr>
            <a:lvl9pPr algn="l">
              <a:defRPr sz="825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D6258"/>
                </a:solidFill>
              </a:defRPr>
            </a:pPr>
            <a:r>
              <a:rPr sz="825" b="0">
                <a:solidFill>
                  <a:srgbClr val="6D6258"/>
                </a:solidFill>
              </a:rPr>
              <a:t>来源：OPC样例交付-小芽14天探索报告.md（虚构案例） / OPC服务条款.md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2A612-E088-44B6-A12C-21CB5545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E4F3E"/>
                </a:solidFill>
              </a:defRPr>
            </a:defPPr>
            <a:lvl1pPr algn="r">
              <a:defRPr sz="825" b="1">
                <a:solidFill>
                  <a:srgbClr val="9E4F3E"/>
                </a:solidFill>
              </a:defRPr>
            </a:lvl1pPr>
            <a:lvl2pPr algn="r">
              <a:defRPr sz="825" b="1">
                <a:solidFill>
                  <a:srgbClr val="9E4F3E"/>
                </a:solidFill>
              </a:defRPr>
            </a:lvl2pPr>
            <a:lvl3pPr algn="r">
              <a:defRPr sz="825" b="1">
                <a:solidFill>
                  <a:srgbClr val="9E4F3E"/>
                </a:solidFill>
              </a:defRPr>
            </a:lvl3pPr>
            <a:lvl4pPr algn="r">
              <a:defRPr sz="825" b="1">
                <a:solidFill>
                  <a:srgbClr val="9E4F3E"/>
                </a:solidFill>
              </a:defRPr>
            </a:lvl4pPr>
            <a:lvl5pPr algn="r">
              <a:defRPr sz="825" b="1">
                <a:solidFill>
                  <a:srgbClr val="9E4F3E"/>
                </a:solidFill>
              </a:defRPr>
            </a:lvl5pPr>
            <a:lvl6pPr algn="r">
              <a:defRPr sz="825" b="1">
                <a:solidFill>
                  <a:srgbClr val="9E4F3E"/>
                </a:solidFill>
              </a:defRPr>
            </a:lvl6pPr>
            <a:lvl7pPr algn="r">
              <a:defRPr sz="825" b="1">
                <a:solidFill>
                  <a:srgbClr val="9E4F3E"/>
                </a:solidFill>
              </a:defRPr>
            </a:lvl7pPr>
            <a:lvl8pPr algn="r">
              <a:defRPr sz="825" b="1">
                <a:solidFill>
                  <a:srgbClr val="9E4F3E"/>
                </a:solidFill>
              </a:defRPr>
            </a:lvl8pPr>
            <a:lvl9pPr algn="r">
              <a:defRPr sz="825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E4F3E"/>
                </a:solidFill>
              </a:defRPr>
            </a:pPr>
            <a:r>
              <a:rPr sz="825" b="1">
                <a:solidFill>
                  <a:srgbClr val="9E4F3E"/>
                </a:solidFill>
              </a:rPr>
              <a:t>天赋生长 · OPC</a:t>
            </a:r>
          </a:p>
        </p:txBody>
      </p:sp>
    </p:spTree>
    <p:extLst>
      <p:ext uri="{BB962C8B-B14F-4D97-AF65-F5344CB8AC3E}">
        <p14:creationId xmlns:p14="http://schemas.microsoft.com/office/powerpoint/2010/main" val="180361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403DC8-6EFF-421B-A9DB-26D3CDA9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9E4F3E"/>
                </a:solidFill>
              </a:defRPr>
            </a:defPPr>
            <a:lvl1pPr algn="l">
              <a:defRPr sz="1050" b="1">
                <a:solidFill>
                  <a:srgbClr val="9E4F3E"/>
                </a:solidFill>
              </a:defRPr>
            </a:lvl1pPr>
            <a:lvl2pPr algn="l">
              <a:defRPr sz="1050" b="1">
                <a:solidFill>
                  <a:srgbClr val="9E4F3E"/>
                </a:solidFill>
              </a:defRPr>
            </a:lvl2pPr>
            <a:lvl3pPr algn="l">
              <a:defRPr sz="1050" b="1">
                <a:solidFill>
                  <a:srgbClr val="9E4F3E"/>
                </a:solidFill>
              </a:defRPr>
            </a:lvl3pPr>
            <a:lvl4pPr algn="l">
              <a:defRPr sz="1050" b="1">
                <a:solidFill>
                  <a:srgbClr val="9E4F3E"/>
                </a:solidFill>
              </a:defRPr>
            </a:lvl4pPr>
            <a:lvl5pPr algn="l">
              <a:defRPr sz="1050" b="1">
                <a:solidFill>
                  <a:srgbClr val="9E4F3E"/>
                </a:solidFill>
              </a:defRPr>
            </a:lvl5pPr>
            <a:lvl6pPr algn="l">
              <a:defRPr sz="1050" b="1">
                <a:solidFill>
                  <a:srgbClr val="9E4F3E"/>
                </a:solidFill>
              </a:defRPr>
            </a:lvl6pPr>
            <a:lvl7pPr algn="l">
              <a:defRPr sz="1050" b="1">
                <a:solidFill>
                  <a:srgbClr val="9E4F3E"/>
                </a:solidFill>
              </a:defRPr>
            </a:lvl7pPr>
            <a:lvl8pPr algn="l">
              <a:defRPr sz="1050" b="1">
                <a:solidFill>
                  <a:srgbClr val="9E4F3E"/>
                </a:solidFill>
              </a:defRPr>
            </a:lvl8pPr>
            <a:lvl9pPr algn="l">
              <a:defRPr sz="10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E4F3E"/>
                </a:solidFill>
              </a:defRPr>
            </a:pPr>
            <a:r>
              <a:rPr sz="1050" b="1">
                <a:solidFill>
                  <a:srgbClr val="9E4F3E"/>
                </a:solidFill>
              </a:rPr>
              <a:t>04 · 架构与 AI 角色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5C007-1902-4357-9859-562C0D6B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2F2A24"/>
                </a:solidFill>
              </a:defRPr>
            </a:defPPr>
            <a:lvl1pPr algn="l">
              <a:defRPr sz="2400" b="1">
                <a:solidFill>
                  <a:srgbClr val="2F2A24"/>
                </a:solidFill>
              </a:defRPr>
            </a:lvl1pPr>
            <a:lvl2pPr algn="l">
              <a:defRPr sz="2400" b="1">
                <a:solidFill>
                  <a:srgbClr val="2F2A24"/>
                </a:solidFill>
              </a:defRPr>
            </a:lvl2pPr>
            <a:lvl3pPr algn="l">
              <a:defRPr sz="2400" b="1">
                <a:solidFill>
                  <a:srgbClr val="2F2A24"/>
                </a:solidFill>
              </a:defRPr>
            </a:lvl3pPr>
            <a:lvl4pPr algn="l">
              <a:defRPr sz="2400" b="1">
                <a:solidFill>
                  <a:srgbClr val="2F2A24"/>
                </a:solidFill>
              </a:defRPr>
            </a:lvl4pPr>
            <a:lvl5pPr algn="l">
              <a:defRPr sz="2400" b="1">
                <a:solidFill>
                  <a:srgbClr val="2F2A24"/>
                </a:solidFill>
              </a:defRPr>
            </a:lvl5pPr>
            <a:lvl6pPr algn="l">
              <a:defRPr sz="2400" b="1">
                <a:solidFill>
                  <a:srgbClr val="2F2A24"/>
                </a:solidFill>
              </a:defRPr>
            </a:lvl6pPr>
            <a:lvl7pPr algn="l">
              <a:defRPr sz="2400" b="1">
                <a:solidFill>
                  <a:srgbClr val="2F2A24"/>
                </a:solidFill>
              </a:defRPr>
            </a:lvl7pPr>
            <a:lvl8pPr algn="l">
              <a:defRPr sz="2400" b="1">
                <a:solidFill>
                  <a:srgbClr val="2F2A24"/>
                </a:solidFill>
              </a:defRPr>
            </a:lvl8pPr>
            <a:lvl9pPr algn="l">
              <a:defRPr sz="2400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F2A24"/>
                </a:solidFill>
              </a:defRPr>
            </a:pPr>
            <a:r>
              <a:rPr sz="2400" b="1">
                <a:solidFill>
                  <a:srgbClr val="2F2A24"/>
                </a:solidFill>
              </a:rPr>
              <a:t>规则先保证可解释，AI 再帮助一个人完成交付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0D126-958A-41E3-B390-76845A55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D6258"/>
                </a:solidFill>
              </a:defRPr>
            </a:defPPr>
            <a:lvl1pPr algn="r">
              <a:defRPr sz="1125" b="1">
                <a:solidFill>
                  <a:srgbClr val="6D6258"/>
                </a:solidFill>
              </a:defRPr>
            </a:lvl1pPr>
            <a:lvl2pPr algn="r">
              <a:defRPr sz="1125" b="1">
                <a:solidFill>
                  <a:srgbClr val="6D6258"/>
                </a:solidFill>
              </a:defRPr>
            </a:lvl2pPr>
            <a:lvl3pPr algn="r">
              <a:defRPr sz="1125" b="1">
                <a:solidFill>
                  <a:srgbClr val="6D6258"/>
                </a:solidFill>
              </a:defRPr>
            </a:lvl3pPr>
            <a:lvl4pPr algn="r">
              <a:defRPr sz="1125" b="1">
                <a:solidFill>
                  <a:srgbClr val="6D6258"/>
                </a:solidFill>
              </a:defRPr>
            </a:lvl4pPr>
            <a:lvl5pPr algn="r">
              <a:defRPr sz="1125" b="1">
                <a:solidFill>
                  <a:srgbClr val="6D6258"/>
                </a:solidFill>
              </a:defRPr>
            </a:lvl5pPr>
            <a:lvl6pPr algn="r">
              <a:defRPr sz="1125" b="1">
                <a:solidFill>
                  <a:srgbClr val="6D6258"/>
                </a:solidFill>
              </a:defRPr>
            </a:lvl6pPr>
            <a:lvl7pPr algn="r">
              <a:defRPr sz="1125" b="1">
                <a:solidFill>
                  <a:srgbClr val="6D6258"/>
                </a:solidFill>
              </a:defRPr>
            </a:lvl7pPr>
            <a:lvl8pPr algn="r">
              <a:defRPr sz="1125" b="1">
                <a:solidFill>
                  <a:srgbClr val="6D6258"/>
                </a:solidFill>
              </a:defRPr>
            </a:lvl8pPr>
            <a:lvl9pPr algn="r">
              <a:defRPr sz="1125" b="1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D6258"/>
                </a:solidFill>
              </a:defRPr>
            </a:pPr>
            <a:r>
              <a:rPr sz="1125" b="1">
                <a:solidFill>
                  <a:srgbClr val="6D625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F2BAF-8DFF-4349-AFDB-EFE3BF2A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1ADAE-DC3B-4154-9918-32A3DAA7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D6258"/>
                </a:solidFill>
              </a:defRPr>
            </a:defPPr>
            <a:lvl1pPr algn="l">
              <a:defRPr sz="1350" b="0">
                <a:solidFill>
                  <a:srgbClr val="6D6258"/>
                </a:solidFill>
              </a:defRPr>
            </a:lvl1pPr>
            <a:lvl2pPr algn="l">
              <a:defRPr sz="1350" b="0">
                <a:solidFill>
                  <a:srgbClr val="6D6258"/>
                </a:solidFill>
              </a:defRPr>
            </a:lvl2pPr>
            <a:lvl3pPr algn="l">
              <a:defRPr sz="1350" b="0">
                <a:solidFill>
                  <a:srgbClr val="6D6258"/>
                </a:solidFill>
              </a:defRPr>
            </a:lvl3pPr>
            <a:lvl4pPr algn="l">
              <a:defRPr sz="1350" b="0">
                <a:solidFill>
                  <a:srgbClr val="6D6258"/>
                </a:solidFill>
              </a:defRPr>
            </a:lvl4pPr>
            <a:lvl5pPr algn="l">
              <a:defRPr sz="1350" b="0">
                <a:solidFill>
                  <a:srgbClr val="6D6258"/>
                </a:solidFill>
              </a:defRPr>
            </a:lvl5pPr>
            <a:lvl6pPr algn="l">
              <a:defRPr sz="1350" b="0">
                <a:solidFill>
                  <a:srgbClr val="6D6258"/>
                </a:solidFill>
              </a:defRPr>
            </a:lvl6pPr>
            <a:lvl7pPr algn="l">
              <a:defRPr sz="1350" b="0">
                <a:solidFill>
                  <a:srgbClr val="6D6258"/>
                </a:solidFill>
              </a:defRPr>
            </a:lvl7pPr>
            <a:lvl8pPr algn="l">
              <a:defRPr sz="1350" b="0">
                <a:solidFill>
                  <a:srgbClr val="6D6258"/>
                </a:solidFill>
              </a:defRPr>
            </a:lvl8pPr>
            <a:lvl9pPr algn="l">
              <a:defRPr sz="1350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D6258"/>
                </a:solidFill>
              </a:defRPr>
            </a:pPr>
            <a:r>
              <a:rPr sz="1350" b="0">
                <a:solidFill>
                  <a:srgbClr val="6D6258"/>
                </a:solidFill>
              </a:rPr>
              <a:t>当前运行时推荐不调用外部 AI；服务侧 AI 用于起草与整理，人工保留最终责任。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E5DC8-BC85-4E24-B674-B8C57EC2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3850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253C0-B7A8-400C-968D-41AEB492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66836D"/>
                </a:solidFill>
              </a:defRPr>
            </a:defPPr>
            <a:lvl1pPr algn="l">
              <a:defRPr sz="1275" b="1">
                <a:solidFill>
                  <a:srgbClr val="66836D"/>
                </a:solidFill>
              </a:defRPr>
            </a:lvl1pPr>
            <a:lvl2pPr algn="l">
              <a:defRPr sz="1275" b="1">
                <a:solidFill>
                  <a:srgbClr val="66836D"/>
                </a:solidFill>
              </a:defRPr>
            </a:lvl2pPr>
            <a:lvl3pPr algn="l">
              <a:defRPr sz="1275" b="1">
                <a:solidFill>
                  <a:srgbClr val="66836D"/>
                </a:solidFill>
              </a:defRPr>
            </a:lvl3pPr>
            <a:lvl4pPr algn="l">
              <a:defRPr sz="1275" b="1">
                <a:solidFill>
                  <a:srgbClr val="66836D"/>
                </a:solidFill>
              </a:defRPr>
            </a:lvl4pPr>
            <a:lvl5pPr algn="l">
              <a:defRPr sz="1275" b="1">
                <a:solidFill>
                  <a:srgbClr val="66836D"/>
                </a:solidFill>
              </a:defRPr>
            </a:lvl5pPr>
            <a:lvl6pPr algn="l">
              <a:defRPr sz="1275" b="1">
                <a:solidFill>
                  <a:srgbClr val="66836D"/>
                </a:solidFill>
              </a:defRPr>
            </a:lvl6pPr>
            <a:lvl7pPr algn="l">
              <a:defRPr sz="1275" b="1">
                <a:solidFill>
                  <a:srgbClr val="66836D"/>
                </a:solidFill>
              </a:defRPr>
            </a:lvl7pPr>
            <a:lvl8pPr algn="l">
              <a:defRPr sz="1275" b="1">
                <a:solidFill>
                  <a:srgbClr val="66836D"/>
                </a:solidFill>
              </a:defRPr>
            </a:lvl8pPr>
            <a:lvl9pPr algn="l">
              <a:defRPr sz="1275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6836D"/>
                </a:solidFill>
              </a:defRPr>
            </a:pPr>
            <a:r>
              <a:rPr sz="1275" b="1">
                <a:solidFill>
                  <a:srgbClr val="66836D"/>
                </a:solidFill>
              </a:rPr>
              <a:t>产品运行时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E6065-B8D4-4B81-B73F-028860E5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2F2A24"/>
                </a:solidFill>
              </a:defRPr>
            </a:defPPr>
            <a:lvl1pPr algn="l">
              <a:defRPr sz="1650" b="1">
                <a:solidFill>
                  <a:srgbClr val="2F2A24"/>
                </a:solidFill>
              </a:defRPr>
            </a:lvl1pPr>
            <a:lvl2pPr algn="l">
              <a:defRPr sz="1650" b="1">
                <a:solidFill>
                  <a:srgbClr val="2F2A24"/>
                </a:solidFill>
              </a:defRPr>
            </a:lvl2pPr>
            <a:lvl3pPr algn="l">
              <a:defRPr sz="1650" b="1">
                <a:solidFill>
                  <a:srgbClr val="2F2A24"/>
                </a:solidFill>
              </a:defRPr>
            </a:lvl3pPr>
            <a:lvl4pPr algn="l">
              <a:defRPr sz="1650" b="1">
                <a:solidFill>
                  <a:srgbClr val="2F2A24"/>
                </a:solidFill>
              </a:defRPr>
            </a:lvl4pPr>
            <a:lvl5pPr algn="l">
              <a:defRPr sz="1650" b="1">
                <a:solidFill>
                  <a:srgbClr val="2F2A24"/>
                </a:solidFill>
              </a:defRPr>
            </a:lvl5pPr>
            <a:lvl6pPr algn="l">
              <a:defRPr sz="1650" b="1">
                <a:solidFill>
                  <a:srgbClr val="2F2A24"/>
                </a:solidFill>
              </a:defRPr>
            </a:lvl6pPr>
            <a:lvl7pPr algn="l">
              <a:defRPr sz="1650" b="1">
                <a:solidFill>
                  <a:srgbClr val="2F2A24"/>
                </a:solidFill>
              </a:defRPr>
            </a:lvl7pPr>
            <a:lvl8pPr algn="l">
              <a:defRPr sz="1650" b="1">
                <a:solidFill>
                  <a:srgbClr val="2F2A24"/>
                </a:solidFill>
              </a:defRPr>
            </a:lvl8pPr>
            <a:lvl9pPr algn="l">
              <a:defRPr sz="1650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2A24"/>
                </a:solidFill>
              </a:defRPr>
            </a:pPr>
            <a:r>
              <a:rPr sz="1650" b="1">
                <a:solidFill>
                  <a:srgbClr val="2F2A24"/>
                </a:solidFill>
              </a:rPr>
              <a:t>年龄 / 目标 / 基础</a:t>
            </a:r>
          </a:p>
          <a:p xmlns:a="http://schemas.openxmlformats.org/drawingml/2006/main">
            <a:pPr algn="l">
              <a:defRPr sz="1650" b="1">
                <a:solidFill>
                  <a:srgbClr val="2F2A24"/>
                </a:solidFill>
              </a:defRPr>
            </a:pPr>
            <a:r>
              <a:rPr sz="1650" b="1">
                <a:solidFill>
                  <a:srgbClr val="2F2A24"/>
                </a:solidFill>
              </a:rPr>
              <a:t>时间预算 / 近期记录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76345-352D-463B-B101-8906E6AA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36732-236F-494C-989B-9A2C5F7D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D6258"/>
                </a:solidFill>
              </a:defRPr>
            </a:defPPr>
            <a:lvl1pPr algn="l">
              <a:defRPr sz="1275" b="0">
                <a:solidFill>
                  <a:srgbClr val="6D6258"/>
                </a:solidFill>
              </a:defRPr>
            </a:lvl1pPr>
            <a:lvl2pPr algn="l">
              <a:defRPr sz="1275" b="0">
                <a:solidFill>
                  <a:srgbClr val="6D6258"/>
                </a:solidFill>
              </a:defRPr>
            </a:lvl2pPr>
            <a:lvl3pPr algn="l">
              <a:defRPr sz="1275" b="0">
                <a:solidFill>
                  <a:srgbClr val="6D6258"/>
                </a:solidFill>
              </a:defRPr>
            </a:lvl3pPr>
            <a:lvl4pPr algn="l">
              <a:defRPr sz="1275" b="0">
                <a:solidFill>
                  <a:srgbClr val="6D6258"/>
                </a:solidFill>
              </a:defRPr>
            </a:lvl4pPr>
            <a:lvl5pPr algn="l">
              <a:defRPr sz="1275" b="0">
                <a:solidFill>
                  <a:srgbClr val="6D6258"/>
                </a:solidFill>
              </a:defRPr>
            </a:lvl5pPr>
            <a:lvl6pPr algn="l">
              <a:defRPr sz="1275" b="0">
                <a:solidFill>
                  <a:srgbClr val="6D6258"/>
                </a:solidFill>
              </a:defRPr>
            </a:lvl6pPr>
            <a:lvl7pPr algn="l">
              <a:defRPr sz="1275" b="0">
                <a:solidFill>
                  <a:srgbClr val="6D6258"/>
                </a:solidFill>
              </a:defRPr>
            </a:lvl7pPr>
            <a:lvl8pPr algn="l">
              <a:defRPr sz="1275" b="0">
                <a:solidFill>
                  <a:srgbClr val="6D6258"/>
                </a:solidFill>
              </a:defRPr>
            </a:lvl8pPr>
            <a:lvl9pPr algn="l">
              <a:defRPr sz="1275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D6258"/>
                </a:solidFill>
              </a:defRPr>
            </a:pPr>
            <a:r>
              <a:rPr sz="1275" b="0">
                <a:solidFill>
                  <a:srgbClr val="6D6258"/>
                </a:solidFill>
              </a:rPr>
              <a:t>规则可解释推荐</a:t>
            </a:r>
          </a:p>
          <a:p xmlns:a="http://schemas.openxmlformats.org/drawingml/2006/main">
            <a:pPr algn="l">
              <a:defRPr sz="1275" b="0">
                <a:solidFill>
                  <a:srgbClr val="6D6258"/>
                </a:solidFill>
              </a:defRPr>
            </a:pPr>
            <a:r>
              <a:rPr sz="1275" b="0">
                <a:solidFill>
                  <a:srgbClr val="6D6258"/>
                </a:solidFill>
              </a:rPr>
              <a:t>本地记录与回看</a:t>
            </a:r>
          </a:p>
          <a:p xmlns:a="http://schemas.openxmlformats.org/drawingml/2006/main">
            <a:pPr algn="l">
              <a:defRPr sz="1275" b="0">
                <a:solidFill>
                  <a:srgbClr val="6D6258"/>
                </a:solidFill>
              </a:defRPr>
            </a:pPr>
            <a:r>
              <a:rPr sz="1275" b="0">
                <a:solidFill>
                  <a:srgbClr val="6D6258"/>
                </a:solidFill>
              </a:rPr>
              <a:t>PWA 离线资源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46FA0-C5B8-4CA1-98F9-DB2F3D5B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9E4F3E"/>
                </a:solidFill>
              </a:defRPr>
            </a:defPPr>
            <a:lvl1pPr algn="ctr">
              <a:defRPr sz="2400" b="1">
                <a:solidFill>
                  <a:srgbClr val="9E4F3E"/>
                </a:solidFill>
              </a:defRPr>
            </a:lvl1pPr>
            <a:lvl2pPr algn="ctr">
              <a:defRPr sz="2400" b="1">
                <a:solidFill>
                  <a:srgbClr val="9E4F3E"/>
                </a:solidFill>
              </a:defRPr>
            </a:lvl2pPr>
            <a:lvl3pPr algn="ctr">
              <a:defRPr sz="2400" b="1">
                <a:solidFill>
                  <a:srgbClr val="9E4F3E"/>
                </a:solidFill>
              </a:defRPr>
            </a:lvl3pPr>
            <a:lvl4pPr algn="ctr">
              <a:defRPr sz="2400" b="1">
                <a:solidFill>
                  <a:srgbClr val="9E4F3E"/>
                </a:solidFill>
              </a:defRPr>
            </a:lvl4pPr>
            <a:lvl5pPr algn="ctr">
              <a:defRPr sz="2400" b="1">
                <a:solidFill>
                  <a:srgbClr val="9E4F3E"/>
                </a:solidFill>
              </a:defRPr>
            </a:lvl5pPr>
            <a:lvl6pPr algn="ctr">
              <a:defRPr sz="2400" b="1">
                <a:solidFill>
                  <a:srgbClr val="9E4F3E"/>
                </a:solidFill>
              </a:defRPr>
            </a:lvl6pPr>
            <a:lvl7pPr algn="ctr">
              <a:defRPr sz="2400" b="1">
                <a:solidFill>
                  <a:srgbClr val="9E4F3E"/>
                </a:solidFill>
              </a:defRPr>
            </a:lvl7pPr>
            <a:lvl8pPr algn="ctr">
              <a:defRPr sz="2400" b="1">
                <a:solidFill>
                  <a:srgbClr val="9E4F3E"/>
                </a:solidFill>
              </a:defRPr>
            </a:lvl8pPr>
            <a:lvl9pPr algn="ctr">
              <a:defRPr sz="240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E4F3E"/>
                </a:solidFill>
              </a:defRPr>
            </a:pPr>
            <a:r>
              <a:rPr sz="2400" b="1">
                <a:solidFill>
                  <a:srgbClr val="9E4F3E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089B9-2DB4-4ED0-927F-EF7663C4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323850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6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E4720-DEC2-460A-AD65-CB272A55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9E4F3E"/>
                </a:solidFill>
              </a:defRPr>
            </a:defPPr>
            <a:lvl1pPr algn="l">
              <a:defRPr sz="1275" b="1">
                <a:solidFill>
                  <a:srgbClr val="9E4F3E"/>
                </a:solidFill>
              </a:defRPr>
            </a:lvl1pPr>
            <a:lvl2pPr algn="l">
              <a:defRPr sz="1275" b="1">
                <a:solidFill>
                  <a:srgbClr val="9E4F3E"/>
                </a:solidFill>
              </a:defRPr>
            </a:lvl2pPr>
            <a:lvl3pPr algn="l">
              <a:defRPr sz="1275" b="1">
                <a:solidFill>
                  <a:srgbClr val="9E4F3E"/>
                </a:solidFill>
              </a:defRPr>
            </a:lvl3pPr>
            <a:lvl4pPr algn="l">
              <a:defRPr sz="1275" b="1">
                <a:solidFill>
                  <a:srgbClr val="9E4F3E"/>
                </a:solidFill>
              </a:defRPr>
            </a:lvl4pPr>
            <a:lvl5pPr algn="l">
              <a:defRPr sz="1275" b="1">
                <a:solidFill>
                  <a:srgbClr val="9E4F3E"/>
                </a:solidFill>
              </a:defRPr>
            </a:lvl5pPr>
            <a:lvl6pPr algn="l">
              <a:defRPr sz="1275" b="1">
                <a:solidFill>
                  <a:srgbClr val="9E4F3E"/>
                </a:solidFill>
              </a:defRPr>
            </a:lvl6pPr>
            <a:lvl7pPr algn="l">
              <a:defRPr sz="1275" b="1">
                <a:solidFill>
                  <a:srgbClr val="9E4F3E"/>
                </a:solidFill>
              </a:defRPr>
            </a:lvl7pPr>
            <a:lvl8pPr algn="l">
              <a:defRPr sz="1275" b="1">
                <a:solidFill>
                  <a:srgbClr val="9E4F3E"/>
                </a:solidFill>
              </a:defRPr>
            </a:lvl8pPr>
            <a:lvl9pPr algn="l">
              <a:defRPr sz="1275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9E4F3E"/>
                </a:solidFill>
              </a:defRPr>
            </a:pPr>
            <a:r>
              <a:rPr sz="1275" b="1">
                <a:solidFill>
                  <a:srgbClr val="9E4F3E"/>
                </a:solidFill>
              </a:rPr>
              <a:t>AI 辅助服务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E38A7-55AC-44BC-803A-9C4879FB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337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2F2A24"/>
                </a:solidFill>
              </a:defRPr>
            </a:defPPr>
            <a:lvl1pPr algn="l">
              <a:defRPr sz="1725" b="1">
                <a:solidFill>
                  <a:srgbClr val="2F2A24"/>
                </a:solidFill>
              </a:defRPr>
            </a:lvl1pPr>
            <a:lvl2pPr algn="l">
              <a:defRPr sz="1725" b="1">
                <a:solidFill>
                  <a:srgbClr val="2F2A24"/>
                </a:solidFill>
              </a:defRPr>
            </a:lvl2pPr>
            <a:lvl3pPr algn="l">
              <a:defRPr sz="1725" b="1">
                <a:solidFill>
                  <a:srgbClr val="2F2A24"/>
                </a:solidFill>
              </a:defRPr>
            </a:lvl3pPr>
            <a:lvl4pPr algn="l">
              <a:defRPr sz="1725" b="1">
                <a:solidFill>
                  <a:srgbClr val="2F2A24"/>
                </a:solidFill>
              </a:defRPr>
            </a:lvl4pPr>
            <a:lvl5pPr algn="l">
              <a:defRPr sz="1725" b="1">
                <a:solidFill>
                  <a:srgbClr val="2F2A24"/>
                </a:solidFill>
              </a:defRPr>
            </a:lvl5pPr>
            <a:lvl6pPr algn="l">
              <a:defRPr sz="1725" b="1">
                <a:solidFill>
                  <a:srgbClr val="2F2A24"/>
                </a:solidFill>
              </a:defRPr>
            </a:lvl6pPr>
            <a:lvl7pPr algn="l">
              <a:defRPr sz="1725" b="1">
                <a:solidFill>
                  <a:srgbClr val="2F2A24"/>
                </a:solidFill>
              </a:defRPr>
            </a:lvl7pPr>
            <a:lvl8pPr algn="l">
              <a:defRPr sz="1725" b="1">
                <a:solidFill>
                  <a:srgbClr val="2F2A24"/>
                </a:solidFill>
              </a:defRPr>
            </a:lvl8pPr>
            <a:lvl9pPr algn="l">
              <a:defRPr sz="1725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F2A24"/>
                </a:solidFill>
              </a:defRPr>
            </a:pPr>
            <a:r>
              <a:rPr sz="1725" b="1">
                <a:solidFill>
                  <a:srgbClr val="2F2A24"/>
                </a:solidFill>
              </a:rPr>
              <a:t>整理访谈事实</a:t>
            </a:r>
          </a:p>
          <a:p xmlns:a="http://schemas.openxmlformats.org/drawingml/2006/main">
            <a:pPr algn="l">
              <a:defRPr sz="1725" b="1">
                <a:solidFill>
                  <a:srgbClr val="2F2A24"/>
                </a:solidFill>
              </a:defRPr>
            </a:pPr>
            <a:r>
              <a:rPr sz="1725" b="1">
                <a:solidFill>
                  <a:srgbClr val="2F2A24"/>
                </a:solidFill>
              </a:rPr>
              <a:t>生成候选方向</a:t>
            </a:r>
          </a:p>
          <a:p xmlns:a="http://schemas.openxmlformats.org/drawingml/2006/main">
            <a:pPr algn="l">
              <a:defRPr sz="1725" b="1">
                <a:solidFill>
                  <a:srgbClr val="2F2A24"/>
                </a:solidFill>
              </a:defRPr>
            </a:pPr>
            <a:r>
              <a:rPr sz="1725" b="1">
                <a:solidFill>
                  <a:srgbClr val="2F2A24"/>
                </a:solidFill>
              </a:rPr>
              <a:t>起草阶段回顾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12137-7034-431E-90DD-9C5B91EB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386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D6258"/>
                </a:solidFill>
              </a:defRPr>
            </a:defPPr>
            <a:lvl1pPr algn="l">
              <a:defRPr sz="1200" b="0">
                <a:solidFill>
                  <a:srgbClr val="6D6258"/>
                </a:solidFill>
              </a:defRPr>
            </a:lvl1pPr>
            <a:lvl2pPr algn="l">
              <a:defRPr sz="1200" b="0">
                <a:solidFill>
                  <a:srgbClr val="6D6258"/>
                </a:solidFill>
              </a:defRPr>
            </a:lvl2pPr>
            <a:lvl3pPr algn="l">
              <a:defRPr sz="1200" b="0">
                <a:solidFill>
                  <a:srgbClr val="6D6258"/>
                </a:solidFill>
              </a:defRPr>
            </a:lvl3pPr>
            <a:lvl4pPr algn="l">
              <a:defRPr sz="1200" b="0">
                <a:solidFill>
                  <a:srgbClr val="6D6258"/>
                </a:solidFill>
              </a:defRPr>
            </a:lvl4pPr>
            <a:lvl5pPr algn="l">
              <a:defRPr sz="1200" b="0">
                <a:solidFill>
                  <a:srgbClr val="6D6258"/>
                </a:solidFill>
              </a:defRPr>
            </a:lvl5pPr>
            <a:lvl6pPr algn="l">
              <a:defRPr sz="1200" b="0">
                <a:solidFill>
                  <a:srgbClr val="6D6258"/>
                </a:solidFill>
              </a:defRPr>
            </a:lvl6pPr>
            <a:lvl7pPr algn="l">
              <a:defRPr sz="1200" b="0">
                <a:solidFill>
                  <a:srgbClr val="6D6258"/>
                </a:solidFill>
              </a:defRPr>
            </a:lvl7pPr>
            <a:lvl8pPr algn="l">
              <a:defRPr sz="1200" b="0">
                <a:solidFill>
                  <a:srgbClr val="6D6258"/>
                </a:solidFill>
              </a:defRPr>
            </a:lvl8pPr>
            <a:lvl9pPr algn="l">
              <a:defRPr sz="1200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不替代适龄、安全与边界判断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703F7-B4F1-4A37-82EA-F11E74F5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76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9E4F3E"/>
                </a:solidFill>
              </a:defRPr>
            </a:defPPr>
            <a:lvl1pPr algn="ctr">
              <a:defRPr sz="2400" b="1">
                <a:solidFill>
                  <a:srgbClr val="9E4F3E"/>
                </a:solidFill>
              </a:defRPr>
            </a:lvl1pPr>
            <a:lvl2pPr algn="ctr">
              <a:defRPr sz="2400" b="1">
                <a:solidFill>
                  <a:srgbClr val="9E4F3E"/>
                </a:solidFill>
              </a:defRPr>
            </a:lvl2pPr>
            <a:lvl3pPr algn="ctr">
              <a:defRPr sz="2400" b="1">
                <a:solidFill>
                  <a:srgbClr val="9E4F3E"/>
                </a:solidFill>
              </a:defRPr>
            </a:lvl3pPr>
            <a:lvl4pPr algn="ctr">
              <a:defRPr sz="2400" b="1">
                <a:solidFill>
                  <a:srgbClr val="9E4F3E"/>
                </a:solidFill>
              </a:defRPr>
            </a:lvl4pPr>
            <a:lvl5pPr algn="ctr">
              <a:defRPr sz="2400" b="1">
                <a:solidFill>
                  <a:srgbClr val="9E4F3E"/>
                </a:solidFill>
              </a:defRPr>
            </a:lvl5pPr>
            <a:lvl6pPr algn="ctr">
              <a:defRPr sz="2400" b="1">
                <a:solidFill>
                  <a:srgbClr val="9E4F3E"/>
                </a:solidFill>
              </a:defRPr>
            </a:lvl6pPr>
            <a:lvl7pPr algn="ctr">
              <a:defRPr sz="2400" b="1">
                <a:solidFill>
                  <a:srgbClr val="9E4F3E"/>
                </a:solidFill>
              </a:defRPr>
            </a:lvl7pPr>
            <a:lvl8pPr algn="ctr">
              <a:defRPr sz="2400" b="1">
                <a:solidFill>
                  <a:srgbClr val="9E4F3E"/>
                </a:solidFill>
              </a:defRPr>
            </a:lvl8pPr>
            <a:lvl9pPr algn="ctr">
              <a:defRPr sz="240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E4F3E"/>
                </a:solidFill>
              </a:defRPr>
            </a:pPr>
            <a:r>
              <a:rPr sz="2400" b="1">
                <a:solidFill>
                  <a:srgbClr val="9E4F3E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3DDE1-F704-4FB9-ABEA-28086DAB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09800"/>
            <a:ext cx="2686050" cy="29527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CAA5D-5C7E-4DA9-9F01-BC3C4C94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57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D6A85B"/>
                </a:solidFill>
              </a:defRPr>
            </a:defPPr>
            <a:lvl1pPr algn="l">
              <a:defRPr sz="1275" b="1">
                <a:solidFill>
                  <a:srgbClr val="D6A85B"/>
                </a:solidFill>
              </a:defRPr>
            </a:lvl1pPr>
            <a:lvl2pPr algn="l">
              <a:defRPr sz="1275" b="1">
                <a:solidFill>
                  <a:srgbClr val="D6A85B"/>
                </a:solidFill>
              </a:defRPr>
            </a:lvl2pPr>
            <a:lvl3pPr algn="l">
              <a:defRPr sz="1275" b="1">
                <a:solidFill>
                  <a:srgbClr val="D6A85B"/>
                </a:solidFill>
              </a:defRPr>
            </a:lvl3pPr>
            <a:lvl4pPr algn="l">
              <a:defRPr sz="1275" b="1">
                <a:solidFill>
                  <a:srgbClr val="D6A85B"/>
                </a:solidFill>
              </a:defRPr>
            </a:lvl4pPr>
            <a:lvl5pPr algn="l">
              <a:defRPr sz="1275" b="1">
                <a:solidFill>
                  <a:srgbClr val="D6A85B"/>
                </a:solidFill>
              </a:defRPr>
            </a:lvl5pPr>
            <a:lvl6pPr algn="l">
              <a:defRPr sz="1275" b="1">
                <a:solidFill>
                  <a:srgbClr val="D6A85B"/>
                </a:solidFill>
              </a:defRPr>
            </a:lvl6pPr>
            <a:lvl7pPr algn="l">
              <a:defRPr sz="1275" b="1">
                <a:solidFill>
                  <a:srgbClr val="D6A85B"/>
                </a:solidFill>
              </a:defRPr>
            </a:lvl7pPr>
            <a:lvl8pPr algn="l">
              <a:defRPr sz="1275" b="1">
                <a:solidFill>
                  <a:srgbClr val="D6A85B"/>
                </a:solidFill>
              </a:defRPr>
            </a:lvl8pPr>
            <a:lvl9pPr algn="l">
              <a:defRPr sz="1275" b="1">
                <a:solidFill>
                  <a:srgbClr val="D6A85B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6A85B"/>
                </a:solidFill>
              </a:defRPr>
            </a:pPr>
            <a:r>
              <a:rPr sz="1275" b="1">
                <a:solidFill>
                  <a:srgbClr val="D6A85B"/>
                </a:solidFill>
              </a:rPr>
              <a:t>人工确认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E0241-81A8-4A8C-B07D-49CF70CA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0375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2F2A24"/>
                </a:solidFill>
              </a:defRPr>
            </a:defPPr>
            <a:lvl1pPr algn="l">
              <a:defRPr sz="1725" b="1">
                <a:solidFill>
                  <a:srgbClr val="2F2A24"/>
                </a:solidFill>
              </a:defRPr>
            </a:lvl1pPr>
            <a:lvl2pPr algn="l">
              <a:defRPr sz="1725" b="1">
                <a:solidFill>
                  <a:srgbClr val="2F2A24"/>
                </a:solidFill>
              </a:defRPr>
            </a:lvl2pPr>
            <a:lvl3pPr algn="l">
              <a:defRPr sz="1725" b="1">
                <a:solidFill>
                  <a:srgbClr val="2F2A24"/>
                </a:solidFill>
              </a:defRPr>
            </a:lvl3pPr>
            <a:lvl4pPr algn="l">
              <a:defRPr sz="1725" b="1">
                <a:solidFill>
                  <a:srgbClr val="2F2A24"/>
                </a:solidFill>
              </a:defRPr>
            </a:lvl4pPr>
            <a:lvl5pPr algn="l">
              <a:defRPr sz="1725" b="1">
                <a:solidFill>
                  <a:srgbClr val="2F2A24"/>
                </a:solidFill>
              </a:defRPr>
            </a:lvl5pPr>
            <a:lvl6pPr algn="l">
              <a:defRPr sz="1725" b="1">
                <a:solidFill>
                  <a:srgbClr val="2F2A24"/>
                </a:solidFill>
              </a:defRPr>
            </a:lvl6pPr>
            <a:lvl7pPr algn="l">
              <a:defRPr sz="1725" b="1">
                <a:solidFill>
                  <a:srgbClr val="2F2A24"/>
                </a:solidFill>
              </a:defRPr>
            </a:lvl7pPr>
            <a:lvl8pPr algn="l">
              <a:defRPr sz="1725" b="1">
                <a:solidFill>
                  <a:srgbClr val="2F2A24"/>
                </a:solidFill>
              </a:defRPr>
            </a:lvl8pPr>
            <a:lvl9pPr algn="l">
              <a:defRPr sz="1725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F2A24"/>
                </a:solidFill>
              </a:defRPr>
            </a:pPr>
            <a:r>
              <a:rPr sz="1725" b="1">
                <a:solidFill>
                  <a:srgbClr val="2F2A24"/>
                </a:solidFill>
              </a:rPr>
              <a:t>删掉评价性表述</a:t>
            </a:r>
          </a:p>
          <a:p xmlns:a="http://schemas.openxmlformats.org/drawingml/2006/main">
            <a:pPr algn="l">
              <a:defRPr sz="1725" b="1">
                <a:solidFill>
                  <a:srgbClr val="2F2A24"/>
                </a:solidFill>
              </a:defRPr>
            </a:pPr>
            <a:r>
              <a:rPr sz="1725" b="1">
                <a:solidFill>
                  <a:srgbClr val="2F2A24"/>
                </a:solidFill>
              </a:rPr>
              <a:t>核验材料与安全</a:t>
            </a:r>
          </a:p>
          <a:p xmlns:a="http://schemas.openxmlformats.org/drawingml/2006/main">
            <a:pPr algn="l">
              <a:defRPr sz="1725" b="1">
                <a:solidFill>
                  <a:srgbClr val="2F2A24"/>
                </a:solidFill>
              </a:defRPr>
            </a:pPr>
            <a:r>
              <a:rPr sz="1725" b="1">
                <a:solidFill>
                  <a:srgbClr val="2F2A24"/>
                </a:solidFill>
              </a:rPr>
              <a:t>交付下一步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5FA69-F3F0-4A8C-BBBA-D27F877A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386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D6258"/>
                </a:solidFill>
              </a:defRPr>
            </a:defPPr>
            <a:lvl1pPr algn="l">
              <a:defRPr sz="1200" b="0">
                <a:solidFill>
                  <a:srgbClr val="6D6258"/>
                </a:solidFill>
              </a:defRPr>
            </a:lvl1pPr>
            <a:lvl2pPr algn="l">
              <a:defRPr sz="1200" b="0">
                <a:solidFill>
                  <a:srgbClr val="6D6258"/>
                </a:solidFill>
              </a:defRPr>
            </a:lvl2pPr>
            <a:lvl3pPr algn="l">
              <a:defRPr sz="1200" b="0">
                <a:solidFill>
                  <a:srgbClr val="6D6258"/>
                </a:solidFill>
              </a:defRPr>
            </a:lvl3pPr>
            <a:lvl4pPr algn="l">
              <a:defRPr sz="1200" b="0">
                <a:solidFill>
                  <a:srgbClr val="6D6258"/>
                </a:solidFill>
              </a:defRPr>
            </a:lvl4pPr>
            <a:lvl5pPr algn="l">
              <a:defRPr sz="1200" b="0">
                <a:solidFill>
                  <a:srgbClr val="6D6258"/>
                </a:solidFill>
              </a:defRPr>
            </a:lvl5pPr>
            <a:lvl6pPr algn="l">
              <a:defRPr sz="1200" b="0">
                <a:solidFill>
                  <a:srgbClr val="6D6258"/>
                </a:solidFill>
              </a:defRPr>
            </a:lvl6pPr>
            <a:lvl7pPr algn="l">
              <a:defRPr sz="1200" b="0">
                <a:solidFill>
                  <a:srgbClr val="6D6258"/>
                </a:solidFill>
              </a:defRPr>
            </a:lvl7pPr>
            <a:lvl8pPr algn="l">
              <a:defRPr sz="1200" b="0">
                <a:solidFill>
                  <a:srgbClr val="6D6258"/>
                </a:solidFill>
              </a:defRPr>
            </a:lvl8pPr>
            <a:lvl9pPr algn="l">
              <a:defRPr sz="1200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AI 提高整理效率，</a:t>
            </a:r>
          </a:p>
          <a:p xmlns:a="http://schemas.openxmlformats.org/drawingml/2006/main">
            <a:pPr algn="l">
              <a:defRPr sz="1200" b="0">
                <a:solidFill>
                  <a:srgbClr val="6D6258"/>
                </a:solidFill>
              </a:defRPr>
            </a:pPr>
            <a:r>
              <a:rPr sz="1200" b="0">
                <a:solidFill>
                  <a:srgbClr val="6D6258"/>
                </a:solidFill>
              </a:rPr>
              <a:t>不替代服务责任。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ED481-49BF-4FAB-8ADE-DEDD4482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D6258"/>
                </a:solidFill>
              </a:defRPr>
            </a:defPPr>
            <a:lvl1pPr algn="l">
              <a:defRPr sz="825" b="0">
                <a:solidFill>
                  <a:srgbClr val="6D6258"/>
                </a:solidFill>
              </a:defRPr>
            </a:lvl1pPr>
            <a:lvl2pPr algn="l">
              <a:defRPr sz="825" b="0">
                <a:solidFill>
                  <a:srgbClr val="6D6258"/>
                </a:solidFill>
              </a:defRPr>
            </a:lvl2pPr>
            <a:lvl3pPr algn="l">
              <a:defRPr sz="825" b="0">
                <a:solidFill>
                  <a:srgbClr val="6D6258"/>
                </a:solidFill>
              </a:defRPr>
            </a:lvl3pPr>
            <a:lvl4pPr algn="l">
              <a:defRPr sz="825" b="0">
                <a:solidFill>
                  <a:srgbClr val="6D6258"/>
                </a:solidFill>
              </a:defRPr>
            </a:lvl4pPr>
            <a:lvl5pPr algn="l">
              <a:defRPr sz="825" b="0">
                <a:solidFill>
                  <a:srgbClr val="6D6258"/>
                </a:solidFill>
              </a:defRPr>
            </a:lvl5pPr>
            <a:lvl6pPr algn="l">
              <a:defRPr sz="825" b="0">
                <a:solidFill>
                  <a:srgbClr val="6D6258"/>
                </a:solidFill>
              </a:defRPr>
            </a:lvl6pPr>
            <a:lvl7pPr algn="l">
              <a:defRPr sz="825" b="0">
                <a:solidFill>
                  <a:srgbClr val="6D6258"/>
                </a:solidFill>
              </a:defRPr>
            </a:lvl7pPr>
            <a:lvl8pPr algn="l">
              <a:defRPr sz="825" b="0">
                <a:solidFill>
                  <a:srgbClr val="6D6258"/>
                </a:solidFill>
              </a:defRPr>
            </a:lvl8pPr>
            <a:lvl9pPr algn="l">
              <a:defRPr sz="825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D6258"/>
                </a:solidFill>
              </a:defRPr>
            </a:pPr>
            <a:r>
              <a:rPr sz="825" b="0">
                <a:solidFill>
                  <a:srgbClr val="6D6258"/>
                </a:solidFill>
              </a:rPr>
              <a:t>来源：产品完善-2026-10-21.md / AI使用与开发过程说明.md / OPC参赛作品介绍.md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6B1AF-01EC-49FC-BC6F-95EFECE1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E4F3E"/>
                </a:solidFill>
              </a:defRPr>
            </a:defPPr>
            <a:lvl1pPr algn="r">
              <a:defRPr sz="825" b="1">
                <a:solidFill>
                  <a:srgbClr val="9E4F3E"/>
                </a:solidFill>
              </a:defRPr>
            </a:lvl1pPr>
            <a:lvl2pPr algn="r">
              <a:defRPr sz="825" b="1">
                <a:solidFill>
                  <a:srgbClr val="9E4F3E"/>
                </a:solidFill>
              </a:defRPr>
            </a:lvl2pPr>
            <a:lvl3pPr algn="r">
              <a:defRPr sz="825" b="1">
                <a:solidFill>
                  <a:srgbClr val="9E4F3E"/>
                </a:solidFill>
              </a:defRPr>
            </a:lvl3pPr>
            <a:lvl4pPr algn="r">
              <a:defRPr sz="825" b="1">
                <a:solidFill>
                  <a:srgbClr val="9E4F3E"/>
                </a:solidFill>
              </a:defRPr>
            </a:lvl4pPr>
            <a:lvl5pPr algn="r">
              <a:defRPr sz="825" b="1">
                <a:solidFill>
                  <a:srgbClr val="9E4F3E"/>
                </a:solidFill>
              </a:defRPr>
            </a:lvl5pPr>
            <a:lvl6pPr algn="r">
              <a:defRPr sz="825" b="1">
                <a:solidFill>
                  <a:srgbClr val="9E4F3E"/>
                </a:solidFill>
              </a:defRPr>
            </a:lvl6pPr>
            <a:lvl7pPr algn="r">
              <a:defRPr sz="825" b="1">
                <a:solidFill>
                  <a:srgbClr val="9E4F3E"/>
                </a:solidFill>
              </a:defRPr>
            </a:lvl7pPr>
            <a:lvl8pPr algn="r">
              <a:defRPr sz="825" b="1">
                <a:solidFill>
                  <a:srgbClr val="9E4F3E"/>
                </a:solidFill>
              </a:defRPr>
            </a:lvl8pPr>
            <a:lvl9pPr algn="r">
              <a:defRPr sz="825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E4F3E"/>
                </a:solidFill>
              </a:defRPr>
            </a:pPr>
            <a:r>
              <a:rPr sz="825" b="1">
                <a:solidFill>
                  <a:srgbClr val="9E4F3E"/>
                </a:solidFill>
              </a:rPr>
              <a:t>天赋生长 · OPC</a:t>
            </a:r>
          </a:p>
        </p:txBody>
      </p:sp>
    </p:spTree>
    <p:extLst>
      <p:ext uri="{BB962C8B-B14F-4D97-AF65-F5344CB8AC3E}">
        <p14:creationId xmlns:p14="http://schemas.microsoft.com/office/powerpoint/2010/main" val="17233549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E8F7D1-103C-4BEC-BC12-B8F853DF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9E4F3E"/>
                </a:solidFill>
              </a:defRPr>
            </a:defPPr>
            <a:lvl1pPr algn="l">
              <a:defRPr sz="1050" b="1">
                <a:solidFill>
                  <a:srgbClr val="9E4F3E"/>
                </a:solidFill>
              </a:defRPr>
            </a:lvl1pPr>
            <a:lvl2pPr algn="l">
              <a:defRPr sz="1050" b="1">
                <a:solidFill>
                  <a:srgbClr val="9E4F3E"/>
                </a:solidFill>
              </a:defRPr>
            </a:lvl2pPr>
            <a:lvl3pPr algn="l">
              <a:defRPr sz="1050" b="1">
                <a:solidFill>
                  <a:srgbClr val="9E4F3E"/>
                </a:solidFill>
              </a:defRPr>
            </a:lvl3pPr>
            <a:lvl4pPr algn="l">
              <a:defRPr sz="1050" b="1">
                <a:solidFill>
                  <a:srgbClr val="9E4F3E"/>
                </a:solidFill>
              </a:defRPr>
            </a:lvl4pPr>
            <a:lvl5pPr algn="l">
              <a:defRPr sz="1050" b="1">
                <a:solidFill>
                  <a:srgbClr val="9E4F3E"/>
                </a:solidFill>
              </a:defRPr>
            </a:lvl5pPr>
            <a:lvl6pPr algn="l">
              <a:defRPr sz="1050" b="1">
                <a:solidFill>
                  <a:srgbClr val="9E4F3E"/>
                </a:solidFill>
              </a:defRPr>
            </a:lvl6pPr>
            <a:lvl7pPr algn="l">
              <a:defRPr sz="1050" b="1">
                <a:solidFill>
                  <a:srgbClr val="9E4F3E"/>
                </a:solidFill>
              </a:defRPr>
            </a:lvl7pPr>
            <a:lvl8pPr algn="l">
              <a:defRPr sz="1050" b="1">
                <a:solidFill>
                  <a:srgbClr val="9E4F3E"/>
                </a:solidFill>
              </a:defRPr>
            </a:lvl8pPr>
            <a:lvl9pPr algn="l">
              <a:defRPr sz="10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E4F3E"/>
                </a:solidFill>
              </a:defRPr>
            </a:pPr>
            <a:r>
              <a:rPr sz="1050" b="1">
                <a:solidFill>
                  <a:srgbClr val="9E4F3E"/>
                </a:solidFill>
              </a:rPr>
              <a:t>05 · 边界与下一步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FC910-B008-4498-9BD4-F686052E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2F2A24"/>
                </a:solidFill>
              </a:defRPr>
            </a:defPPr>
            <a:lvl1pPr algn="l">
              <a:defRPr sz="2400" b="1">
                <a:solidFill>
                  <a:srgbClr val="2F2A24"/>
                </a:solidFill>
              </a:defRPr>
            </a:lvl1pPr>
            <a:lvl2pPr algn="l">
              <a:defRPr sz="2400" b="1">
                <a:solidFill>
                  <a:srgbClr val="2F2A24"/>
                </a:solidFill>
              </a:defRPr>
            </a:lvl2pPr>
            <a:lvl3pPr algn="l">
              <a:defRPr sz="2400" b="1">
                <a:solidFill>
                  <a:srgbClr val="2F2A24"/>
                </a:solidFill>
              </a:defRPr>
            </a:lvl3pPr>
            <a:lvl4pPr algn="l">
              <a:defRPr sz="2400" b="1">
                <a:solidFill>
                  <a:srgbClr val="2F2A24"/>
                </a:solidFill>
              </a:defRPr>
            </a:lvl4pPr>
            <a:lvl5pPr algn="l">
              <a:defRPr sz="2400" b="1">
                <a:solidFill>
                  <a:srgbClr val="2F2A24"/>
                </a:solidFill>
              </a:defRPr>
            </a:lvl5pPr>
            <a:lvl6pPr algn="l">
              <a:defRPr sz="2400" b="1">
                <a:solidFill>
                  <a:srgbClr val="2F2A24"/>
                </a:solidFill>
              </a:defRPr>
            </a:lvl6pPr>
            <a:lvl7pPr algn="l">
              <a:defRPr sz="2400" b="1">
                <a:solidFill>
                  <a:srgbClr val="2F2A24"/>
                </a:solidFill>
              </a:defRPr>
            </a:lvl7pPr>
            <a:lvl8pPr algn="l">
              <a:defRPr sz="2400" b="1">
                <a:solidFill>
                  <a:srgbClr val="2F2A24"/>
                </a:solidFill>
              </a:defRPr>
            </a:lvl8pPr>
            <a:lvl9pPr algn="l">
              <a:defRPr sz="2400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F2A24"/>
                </a:solidFill>
              </a:defRPr>
            </a:pPr>
            <a:r>
              <a:rPr sz="2400" b="1">
                <a:solidFill>
                  <a:srgbClr val="2F2A24"/>
                </a:solidFill>
              </a:rPr>
              <a:t>把能做的事说清楚，把不能做的事写在产品里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9EF30-72DD-428F-9E1C-FD2F8A1C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D6258"/>
                </a:solidFill>
              </a:defRPr>
            </a:defPPr>
            <a:lvl1pPr algn="r">
              <a:defRPr sz="1125" b="1">
                <a:solidFill>
                  <a:srgbClr val="6D6258"/>
                </a:solidFill>
              </a:defRPr>
            </a:lvl1pPr>
            <a:lvl2pPr algn="r">
              <a:defRPr sz="1125" b="1">
                <a:solidFill>
                  <a:srgbClr val="6D6258"/>
                </a:solidFill>
              </a:defRPr>
            </a:lvl2pPr>
            <a:lvl3pPr algn="r">
              <a:defRPr sz="1125" b="1">
                <a:solidFill>
                  <a:srgbClr val="6D6258"/>
                </a:solidFill>
              </a:defRPr>
            </a:lvl3pPr>
            <a:lvl4pPr algn="r">
              <a:defRPr sz="1125" b="1">
                <a:solidFill>
                  <a:srgbClr val="6D6258"/>
                </a:solidFill>
              </a:defRPr>
            </a:lvl4pPr>
            <a:lvl5pPr algn="r">
              <a:defRPr sz="1125" b="1">
                <a:solidFill>
                  <a:srgbClr val="6D6258"/>
                </a:solidFill>
              </a:defRPr>
            </a:lvl5pPr>
            <a:lvl6pPr algn="r">
              <a:defRPr sz="1125" b="1">
                <a:solidFill>
                  <a:srgbClr val="6D6258"/>
                </a:solidFill>
              </a:defRPr>
            </a:lvl6pPr>
            <a:lvl7pPr algn="r">
              <a:defRPr sz="1125" b="1">
                <a:solidFill>
                  <a:srgbClr val="6D6258"/>
                </a:solidFill>
              </a:defRPr>
            </a:lvl7pPr>
            <a:lvl8pPr algn="r">
              <a:defRPr sz="1125" b="1">
                <a:solidFill>
                  <a:srgbClr val="6D6258"/>
                </a:solidFill>
              </a:defRPr>
            </a:lvl8pPr>
            <a:lvl9pPr algn="r">
              <a:defRPr sz="1125" b="1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D6258"/>
                </a:solidFill>
              </a:defRPr>
            </a:pPr>
            <a:r>
              <a:rPr sz="1125" b="1">
                <a:solidFill>
                  <a:srgbClr val="6D625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F0819-56B9-4450-B19F-1D10E965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F2954-7B11-4813-9195-F01A94A1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5300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6B744-B312-4D13-A5EA-CD3AD3DA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66836D"/>
                </a:solidFill>
              </a:defRPr>
            </a:defPPr>
            <a:lvl1pPr algn="l">
              <a:defRPr sz="1500" b="1">
                <a:solidFill>
                  <a:srgbClr val="66836D"/>
                </a:solidFill>
              </a:defRPr>
            </a:lvl1pPr>
            <a:lvl2pPr algn="l">
              <a:defRPr sz="1500" b="1">
                <a:solidFill>
                  <a:srgbClr val="66836D"/>
                </a:solidFill>
              </a:defRPr>
            </a:lvl2pPr>
            <a:lvl3pPr algn="l">
              <a:defRPr sz="1500" b="1">
                <a:solidFill>
                  <a:srgbClr val="66836D"/>
                </a:solidFill>
              </a:defRPr>
            </a:lvl3pPr>
            <a:lvl4pPr algn="l">
              <a:defRPr sz="1500" b="1">
                <a:solidFill>
                  <a:srgbClr val="66836D"/>
                </a:solidFill>
              </a:defRPr>
            </a:lvl4pPr>
            <a:lvl5pPr algn="l">
              <a:defRPr sz="1500" b="1">
                <a:solidFill>
                  <a:srgbClr val="66836D"/>
                </a:solidFill>
              </a:defRPr>
            </a:lvl5pPr>
            <a:lvl6pPr algn="l">
              <a:defRPr sz="1500" b="1">
                <a:solidFill>
                  <a:srgbClr val="66836D"/>
                </a:solidFill>
              </a:defRPr>
            </a:lvl6pPr>
            <a:lvl7pPr algn="l">
              <a:defRPr sz="1500" b="1">
                <a:solidFill>
                  <a:srgbClr val="66836D"/>
                </a:solidFill>
              </a:defRPr>
            </a:lvl7pPr>
            <a:lvl8pPr algn="l">
              <a:defRPr sz="1500" b="1">
                <a:solidFill>
                  <a:srgbClr val="66836D"/>
                </a:solidFill>
              </a:defRPr>
            </a:lvl8pPr>
            <a:lvl9pPr algn="l">
              <a:defRPr sz="1500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6836D"/>
                </a:solidFill>
              </a:defRPr>
            </a:pPr>
            <a:r>
              <a:rPr sz="1500" b="1">
                <a:solidFill>
                  <a:srgbClr val="66836D"/>
                </a:solidFill>
              </a:rPr>
              <a:t>当前已实现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3FD41-1DD8-4143-8465-A7DBDAA8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66836D"/>
                </a:solidFill>
              </a:defRPr>
            </a:defPPr>
            <a:lvl1pPr algn="l">
              <a:defRPr sz="1350" b="1">
                <a:solidFill>
                  <a:srgbClr val="66836D"/>
                </a:solidFill>
              </a:defRPr>
            </a:lvl1pPr>
            <a:lvl2pPr algn="l">
              <a:defRPr sz="1350" b="1">
                <a:solidFill>
                  <a:srgbClr val="66836D"/>
                </a:solidFill>
              </a:defRPr>
            </a:lvl2pPr>
            <a:lvl3pPr algn="l">
              <a:defRPr sz="1350" b="1">
                <a:solidFill>
                  <a:srgbClr val="66836D"/>
                </a:solidFill>
              </a:defRPr>
            </a:lvl3pPr>
            <a:lvl4pPr algn="l">
              <a:defRPr sz="1350" b="1">
                <a:solidFill>
                  <a:srgbClr val="66836D"/>
                </a:solidFill>
              </a:defRPr>
            </a:lvl4pPr>
            <a:lvl5pPr algn="l">
              <a:defRPr sz="1350" b="1">
                <a:solidFill>
                  <a:srgbClr val="66836D"/>
                </a:solidFill>
              </a:defRPr>
            </a:lvl5pPr>
            <a:lvl6pPr algn="l">
              <a:defRPr sz="1350" b="1">
                <a:solidFill>
                  <a:srgbClr val="66836D"/>
                </a:solidFill>
              </a:defRPr>
            </a:lvl6pPr>
            <a:lvl7pPr algn="l">
              <a:defRPr sz="1350" b="1">
                <a:solidFill>
                  <a:srgbClr val="66836D"/>
                </a:solidFill>
              </a:defRPr>
            </a:lvl7pPr>
            <a:lvl8pPr algn="l">
              <a:defRPr sz="1350" b="1">
                <a:solidFill>
                  <a:srgbClr val="66836D"/>
                </a:solidFill>
              </a:defRPr>
            </a:lvl8pPr>
            <a:lvl9pPr algn="l">
              <a:defRPr sz="1350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836D"/>
                </a:solidFill>
              </a:defRPr>
            </a:pPr>
            <a:r>
              <a:rPr sz="1350" b="1">
                <a:solidFill>
                  <a:srgbClr val="66836D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ED79A-B602-4015-88A1-A3AFA307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F2A24"/>
                </a:solidFill>
              </a:defRPr>
            </a:defPPr>
            <a:lvl1pPr algn="l">
              <a:defRPr sz="1275" b="0">
                <a:solidFill>
                  <a:srgbClr val="2F2A24"/>
                </a:solidFill>
              </a:defRPr>
            </a:lvl1pPr>
            <a:lvl2pPr algn="l">
              <a:defRPr sz="1275" b="0">
                <a:solidFill>
                  <a:srgbClr val="2F2A24"/>
                </a:solidFill>
              </a:defRPr>
            </a:lvl2pPr>
            <a:lvl3pPr algn="l">
              <a:defRPr sz="1275" b="0">
                <a:solidFill>
                  <a:srgbClr val="2F2A24"/>
                </a:solidFill>
              </a:defRPr>
            </a:lvl3pPr>
            <a:lvl4pPr algn="l">
              <a:defRPr sz="1275" b="0">
                <a:solidFill>
                  <a:srgbClr val="2F2A24"/>
                </a:solidFill>
              </a:defRPr>
            </a:lvl4pPr>
            <a:lvl5pPr algn="l">
              <a:defRPr sz="1275" b="0">
                <a:solidFill>
                  <a:srgbClr val="2F2A24"/>
                </a:solidFill>
              </a:defRPr>
            </a:lvl5pPr>
            <a:lvl6pPr algn="l">
              <a:defRPr sz="1275" b="0">
                <a:solidFill>
                  <a:srgbClr val="2F2A24"/>
                </a:solidFill>
              </a:defRPr>
            </a:lvl6pPr>
            <a:lvl7pPr algn="l">
              <a:defRPr sz="1275" b="0">
                <a:solidFill>
                  <a:srgbClr val="2F2A24"/>
                </a:solidFill>
              </a:defRPr>
            </a:lvl7pPr>
            <a:lvl8pPr algn="l">
              <a:defRPr sz="1275" b="0">
                <a:solidFill>
                  <a:srgbClr val="2F2A24"/>
                </a:solidFill>
              </a:defRPr>
            </a:lvl8pPr>
            <a:lvl9pPr algn="l">
              <a:defRPr sz="1275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2A24"/>
                </a:solidFill>
              </a:defRPr>
            </a:pPr>
            <a:r>
              <a:rPr sz="1275" b="0">
                <a:solidFill>
                  <a:srgbClr val="2F2A24"/>
                </a:solidFill>
              </a:rPr>
              <a:t>6 个年龄阶段 · 624 个活动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C075C-8961-4D0D-897C-B0F3CBC7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66836D"/>
                </a:solidFill>
              </a:defRPr>
            </a:defPPr>
            <a:lvl1pPr algn="l">
              <a:defRPr sz="1350" b="1">
                <a:solidFill>
                  <a:srgbClr val="66836D"/>
                </a:solidFill>
              </a:defRPr>
            </a:lvl1pPr>
            <a:lvl2pPr algn="l">
              <a:defRPr sz="1350" b="1">
                <a:solidFill>
                  <a:srgbClr val="66836D"/>
                </a:solidFill>
              </a:defRPr>
            </a:lvl2pPr>
            <a:lvl3pPr algn="l">
              <a:defRPr sz="1350" b="1">
                <a:solidFill>
                  <a:srgbClr val="66836D"/>
                </a:solidFill>
              </a:defRPr>
            </a:lvl3pPr>
            <a:lvl4pPr algn="l">
              <a:defRPr sz="1350" b="1">
                <a:solidFill>
                  <a:srgbClr val="66836D"/>
                </a:solidFill>
              </a:defRPr>
            </a:lvl4pPr>
            <a:lvl5pPr algn="l">
              <a:defRPr sz="1350" b="1">
                <a:solidFill>
                  <a:srgbClr val="66836D"/>
                </a:solidFill>
              </a:defRPr>
            </a:lvl5pPr>
            <a:lvl6pPr algn="l">
              <a:defRPr sz="1350" b="1">
                <a:solidFill>
                  <a:srgbClr val="66836D"/>
                </a:solidFill>
              </a:defRPr>
            </a:lvl6pPr>
            <a:lvl7pPr algn="l">
              <a:defRPr sz="1350" b="1">
                <a:solidFill>
                  <a:srgbClr val="66836D"/>
                </a:solidFill>
              </a:defRPr>
            </a:lvl7pPr>
            <a:lvl8pPr algn="l">
              <a:defRPr sz="1350" b="1">
                <a:solidFill>
                  <a:srgbClr val="66836D"/>
                </a:solidFill>
              </a:defRPr>
            </a:lvl8pPr>
            <a:lvl9pPr algn="l">
              <a:defRPr sz="1350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836D"/>
                </a:solidFill>
              </a:defRPr>
            </a:pPr>
            <a:r>
              <a:rPr sz="1350" b="1">
                <a:solidFill>
                  <a:srgbClr val="66836D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E310F-12A6-4CDB-9144-1D6B9BAE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76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F2A24"/>
                </a:solidFill>
              </a:defRPr>
            </a:defPPr>
            <a:lvl1pPr algn="l">
              <a:defRPr sz="1275" b="0">
                <a:solidFill>
                  <a:srgbClr val="2F2A24"/>
                </a:solidFill>
              </a:defRPr>
            </a:lvl1pPr>
            <a:lvl2pPr algn="l">
              <a:defRPr sz="1275" b="0">
                <a:solidFill>
                  <a:srgbClr val="2F2A24"/>
                </a:solidFill>
              </a:defRPr>
            </a:lvl2pPr>
            <a:lvl3pPr algn="l">
              <a:defRPr sz="1275" b="0">
                <a:solidFill>
                  <a:srgbClr val="2F2A24"/>
                </a:solidFill>
              </a:defRPr>
            </a:lvl3pPr>
            <a:lvl4pPr algn="l">
              <a:defRPr sz="1275" b="0">
                <a:solidFill>
                  <a:srgbClr val="2F2A24"/>
                </a:solidFill>
              </a:defRPr>
            </a:lvl4pPr>
            <a:lvl5pPr algn="l">
              <a:defRPr sz="1275" b="0">
                <a:solidFill>
                  <a:srgbClr val="2F2A24"/>
                </a:solidFill>
              </a:defRPr>
            </a:lvl5pPr>
            <a:lvl6pPr algn="l">
              <a:defRPr sz="1275" b="0">
                <a:solidFill>
                  <a:srgbClr val="2F2A24"/>
                </a:solidFill>
              </a:defRPr>
            </a:lvl6pPr>
            <a:lvl7pPr algn="l">
              <a:defRPr sz="1275" b="0">
                <a:solidFill>
                  <a:srgbClr val="2F2A24"/>
                </a:solidFill>
              </a:defRPr>
            </a:lvl7pPr>
            <a:lvl8pPr algn="l">
              <a:defRPr sz="1275" b="0">
                <a:solidFill>
                  <a:srgbClr val="2F2A24"/>
                </a:solidFill>
              </a:defRPr>
            </a:lvl8pPr>
            <a:lvl9pPr algn="l">
              <a:defRPr sz="1275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2A24"/>
                </a:solidFill>
              </a:defRPr>
            </a:pPr>
            <a:r>
              <a:rPr sz="1275" b="0">
                <a:solidFill>
                  <a:srgbClr val="2F2A24"/>
                </a:solidFill>
              </a:rPr>
              <a:t>14 个学习领域 · 14 天计划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BF18E-414E-4E11-9EE4-894C8E89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66836D"/>
                </a:solidFill>
              </a:defRPr>
            </a:defPPr>
            <a:lvl1pPr algn="l">
              <a:defRPr sz="1350" b="1">
                <a:solidFill>
                  <a:srgbClr val="66836D"/>
                </a:solidFill>
              </a:defRPr>
            </a:lvl1pPr>
            <a:lvl2pPr algn="l">
              <a:defRPr sz="1350" b="1">
                <a:solidFill>
                  <a:srgbClr val="66836D"/>
                </a:solidFill>
              </a:defRPr>
            </a:lvl2pPr>
            <a:lvl3pPr algn="l">
              <a:defRPr sz="1350" b="1">
                <a:solidFill>
                  <a:srgbClr val="66836D"/>
                </a:solidFill>
              </a:defRPr>
            </a:lvl3pPr>
            <a:lvl4pPr algn="l">
              <a:defRPr sz="1350" b="1">
                <a:solidFill>
                  <a:srgbClr val="66836D"/>
                </a:solidFill>
              </a:defRPr>
            </a:lvl4pPr>
            <a:lvl5pPr algn="l">
              <a:defRPr sz="1350" b="1">
                <a:solidFill>
                  <a:srgbClr val="66836D"/>
                </a:solidFill>
              </a:defRPr>
            </a:lvl5pPr>
            <a:lvl6pPr algn="l">
              <a:defRPr sz="1350" b="1">
                <a:solidFill>
                  <a:srgbClr val="66836D"/>
                </a:solidFill>
              </a:defRPr>
            </a:lvl6pPr>
            <a:lvl7pPr algn="l">
              <a:defRPr sz="1350" b="1">
                <a:solidFill>
                  <a:srgbClr val="66836D"/>
                </a:solidFill>
              </a:defRPr>
            </a:lvl7pPr>
            <a:lvl8pPr algn="l">
              <a:defRPr sz="1350" b="1">
                <a:solidFill>
                  <a:srgbClr val="66836D"/>
                </a:solidFill>
              </a:defRPr>
            </a:lvl8pPr>
            <a:lvl9pPr algn="l">
              <a:defRPr sz="1350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836D"/>
                </a:solidFill>
              </a:defRPr>
            </a:pPr>
            <a:r>
              <a:rPr sz="1350" b="1">
                <a:solidFill>
                  <a:srgbClr val="66836D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5D556-B73D-4C55-8921-71863A9A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957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F2A24"/>
                </a:solidFill>
              </a:defRPr>
            </a:defPPr>
            <a:lvl1pPr algn="l">
              <a:defRPr sz="1275" b="0">
                <a:solidFill>
                  <a:srgbClr val="2F2A24"/>
                </a:solidFill>
              </a:defRPr>
            </a:lvl1pPr>
            <a:lvl2pPr algn="l">
              <a:defRPr sz="1275" b="0">
                <a:solidFill>
                  <a:srgbClr val="2F2A24"/>
                </a:solidFill>
              </a:defRPr>
            </a:lvl2pPr>
            <a:lvl3pPr algn="l">
              <a:defRPr sz="1275" b="0">
                <a:solidFill>
                  <a:srgbClr val="2F2A24"/>
                </a:solidFill>
              </a:defRPr>
            </a:lvl3pPr>
            <a:lvl4pPr algn="l">
              <a:defRPr sz="1275" b="0">
                <a:solidFill>
                  <a:srgbClr val="2F2A24"/>
                </a:solidFill>
              </a:defRPr>
            </a:lvl4pPr>
            <a:lvl5pPr algn="l">
              <a:defRPr sz="1275" b="0">
                <a:solidFill>
                  <a:srgbClr val="2F2A24"/>
                </a:solidFill>
              </a:defRPr>
            </a:lvl5pPr>
            <a:lvl6pPr algn="l">
              <a:defRPr sz="1275" b="0">
                <a:solidFill>
                  <a:srgbClr val="2F2A24"/>
                </a:solidFill>
              </a:defRPr>
            </a:lvl6pPr>
            <a:lvl7pPr algn="l">
              <a:defRPr sz="1275" b="0">
                <a:solidFill>
                  <a:srgbClr val="2F2A24"/>
                </a:solidFill>
              </a:defRPr>
            </a:lvl7pPr>
            <a:lvl8pPr algn="l">
              <a:defRPr sz="1275" b="0">
                <a:solidFill>
                  <a:srgbClr val="2F2A24"/>
                </a:solidFill>
              </a:defRPr>
            </a:lvl8pPr>
            <a:lvl9pPr algn="l">
              <a:defRPr sz="1275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2A24"/>
                </a:solidFill>
              </a:defRPr>
            </a:pPr>
            <a:r>
              <a:rPr sz="1275" b="0">
                <a:solidFill>
                  <a:srgbClr val="2F2A24"/>
                </a:solidFill>
              </a:rPr>
              <a:t>探索周报、作品与变化记录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A73A7-C50E-4742-9AC0-1DAAD88C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66836D"/>
                </a:solidFill>
              </a:defRPr>
            </a:defPPr>
            <a:lvl1pPr algn="l">
              <a:defRPr sz="1350" b="1">
                <a:solidFill>
                  <a:srgbClr val="66836D"/>
                </a:solidFill>
              </a:defRPr>
            </a:lvl1pPr>
            <a:lvl2pPr algn="l">
              <a:defRPr sz="1350" b="1">
                <a:solidFill>
                  <a:srgbClr val="66836D"/>
                </a:solidFill>
              </a:defRPr>
            </a:lvl2pPr>
            <a:lvl3pPr algn="l">
              <a:defRPr sz="1350" b="1">
                <a:solidFill>
                  <a:srgbClr val="66836D"/>
                </a:solidFill>
              </a:defRPr>
            </a:lvl3pPr>
            <a:lvl4pPr algn="l">
              <a:defRPr sz="1350" b="1">
                <a:solidFill>
                  <a:srgbClr val="66836D"/>
                </a:solidFill>
              </a:defRPr>
            </a:lvl4pPr>
            <a:lvl5pPr algn="l">
              <a:defRPr sz="1350" b="1">
                <a:solidFill>
                  <a:srgbClr val="66836D"/>
                </a:solidFill>
              </a:defRPr>
            </a:lvl5pPr>
            <a:lvl6pPr algn="l">
              <a:defRPr sz="1350" b="1">
                <a:solidFill>
                  <a:srgbClr val="66836D"/>
                </a:solidFill>
              </a:defRPr>
            </a:lvl6pPr>
            <a:lvl7pPr algn="l">
              <a:defRPr sz="1350" b="1">
                <a:solidFill>
                  <a:srgbClr val="66836D"/>
                </a:solidFill>
              </a:defRPr>
            </a:lvl7pPr>
            <a:lvl8pPr algn="l">
              <a:defRPr sz="1350" b="1">
                <a:solidFill>
                  <a:srgbClr val="66836D"/>
                </a:solidFill>
              </a:defRPr>
            </a:lvl8pPr>
            <a:lvl9pPr algn="l">
              <a:defRPr sz="1350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836D"/>
                </a:solidFill>
              </a:defRPr>
            </a:pPr>
            <a:r>
              <a:rPr sz="1350" b="1">
                <a:solidFill>
                  <a:srgbClr val="66836D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64D88-D677-472E-9787-BFDB659E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F2A24"/>
                </a:solidFill>
              </a:defRPr>
            </a:defPPr>
            <a:lvl1pPr algn="l">
              <a:defRPr sz="1275" b="0">
                <a:solidFill>
                  <a:srgbClr val="2F2A24"/>
                </a:solidFill>
              </a:defRPr>
            </a:lvl1pPr>
            <a:lvl2pPr algn="l">
              <a:defRPr sz="1275" b="0">
                <a:solidFill>
                  <a:srgbClr val="2F2A24"/>
                </a:solidFill>
              </a:defRPr>
            </a:lvl2pPr>
            <a:lvl3pPr algn="l">
              <a:defRPr sz="1275" b="0">
                <a:solidFill>
                  <a:srgbClr val="2F2A24"/>
                </a:solidFill>
              </a:defRPr>
            </a:lvl3pPr>
            <a:lvl4pPr algn="l">
              <a:defRPr sz="1275" b="0">
                <a:solidFill>
                  <a:srgbClr val="2F2A24"/>
                </a:solidFill>
              </a:defRPr>
            </a:lvl4pPr>
            <a:lvl5pPr algn="l">
              <a:defRPr sz="1275" b="0">
                <a:solidFill>
                  <a:srgbClr val="2F2A24"/>
                </a:solidFill>
              </a:defRPr>
            </a:lvl5pPr>
            <a:lvl6pPr algn="l">
              <a:defRPr sz="1275" b="0">
                <a:solidFill>
                  <a:srgbClr val="2F2A24"/>
                </a:solidFill>
              </a:defRPr>
            </a:lvl6pPr>
            <a:lvl7pPr algn="l">
              <a:defRPr sz="1275" b="0">
                <a:solidFill>
                  <a:srgbClr val="2F2A24"/>
                </a:solidFill>
              </a:defRPr>
            </a:lvl7pPr>
            <a:lvl8pPr algn="l">
              <a:defRPr sz="1275" b="0">
                <a:solidFill>
                  <a:srgbClr val="2F2A24"/>
                </a:solidFill>
              </a:defRPr>
            </a:lvl8pPr>
            <a:lvl9pPr algn="l">
              <a:defRPr sz="1275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2A24"/>
                </a:solidFill>
              </a:defRPr>
            </a:pPr>
            <a:r>
              <a:rPr sz="1275" b="0">
                <a:solidFill>
                  <a:srgbClr val="2F2A24"/>
                </a:solidFill>
              </a:rPr>
              <a:t>多成员档案、本地备份、PWA 离线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87C64-744B-48BB-95C1-3EBDCB21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548640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6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D44F7-317B-46DC-985D-7BE598B6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9E4F3E"/>
                </a:solidFill>
              </a:defRPr>
            </a:defPPr>
            <a:lvl1pPr algn="l">
              <a:defRPr sz="1500" b="1">
                <a:solidFill>
                  <a:srgbClr val="9E4F3E"/>
                </a:solidFill>
              </a:defRPr>
            </a:lvl1pPr>
            <a:lvl2pPr algn="l">
              <a:defRPr sz="1500" b="1">
                <a:solidFill>
                  <a:srgbClr val="9E4F3E"/>
                </a:solidFill>
              </a:defRPr>
            </a:lvl2pPr>
            <a:lvl3pPr algn="l">
              <a:defRPr sz="1500" b="1">
                <a:solidFill>
                  <a:srgbClr val="9E4F3E"/>
                </a:solidFill>
              </a:defRPr>
            </a:lvl3pPr>
            <a:lvl4pPr algn="l">
              <a:defRPr sz="1500" b="1">
                <a:solidFill>
                  <a:srgbClr val="9E4F3E"/>
                </a:solidFill>
              </a:defRPr>
            </a:lvl4pPr>
            <a:lvl5pPr algn="l">
              <a:defRPr sz="1500" b="1">
                <a:solidFill>
                  <a:srgbClr val="9E4F3E"/>
                </a:solidFill>
              </a:defRPr>
            </a:lvl5pPr>
            <a:lvl6pPr algn="l">
              <a:defRPr sz="1500" b="1">
                <a:solidFill>
                  <a:srgbClr val="9E4F3E"/>
                </a:solidFill>
              </a:defRPr>
            </a:lvl6pPr>
            <a:lvl7pPr algn="l">
              <a:defRPr sz="1500" b="1">
                <a:solidFill>
                  <a:srgbClr val="9E4F3E"/>
                </a:solidFill>
              </a:defRPr>
            </a:lvl7pPr>
            <a:lvl8pPr algn="l">
              <a:defRPr sz="1500" b="1">
                <a:solidFill>
                  <a:srgbClr val="9E4F3E"/>
                </a:solidFill>
              </a:defRPr>
            </a:lvl8pPr>
            <a:lvl9pPr algn="l">
              <a:defRPr sz="150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9E4F3E"/>
                </a:solidFill>
              </a:defRPr>
            </a:pPr>
            <a:r>
              <a:rPr sz="1500" b="1">
                <a:solidFill>
                  <a:srgbClr val="9E4F3E"/>
                </a:solidFill>
              </a:rPr>
              <a:t>明确边界与下一步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775A8-30C2-4C4F-BBC9-2A0109CE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9E4F3E"/>
                </a:solidFill>
              </a:defRPr>
            </a:defPPr>
            <a:lvl1pPr algn="l">
              <a:defRPr sz="1350" b="1">
                <a:solidFill>
                  <a:srgbClr val="9E4F3E"/>
                </a:solidFill>
              </a:defRPr>
            </a:lvl1pPr>
            <a:lvl2pPr algn="l">
              <a:defRPr sz="1350" b="1">
                <a:solidFill>
                  <a:srgbClr val="9E4F3E"/>
                </a:solidFill>
              </a:defRPr>
            </a:lvl2pPr>
            <a:lvl3pPr algn="l">
              <a:defRPr sz="1350" b="1">
                <a:solidFill>
                  <a:srgbClr val="9E4F3E"/>
                </a:solidFill>
              </a:defRPr>
            </a:lvl3pPr>
            <a:lvl4pPr algn="l">
              <a:defRPr sz="1350" b="1">
                <a:solidFill>
                  <a:srgbClr val="9E4F3E"/>
                </a:solidFill>
              </a:defRPr>
            </a:lvl4pPr>
            <a:lvl5pPr algn="l">
              <a:defRPr sz="1350" b="1">
                <a:solidFill>
                  <a:srgbClr val="9E4F3E"/>
                </a:solidFill>
              </a:defRPr>
            </a:lvl5pPr>
            <a:lvl6pPr algn="l">
              <a:defRPr sz="1350" b="1">
                <a:solidFill>
                  <a:srgbClr val="9E4F3E"/>
                </a:solidFill>
              </a:defRPr>
            </a:lvl6pPr>
            <a:lvl7pPr algn="l">
              <a:defRPr sz="1350" b="1">
                <a:solidFill>
                  <a:srgbClr val="9E4F3E"/>
                </a:solidFill>
              </a:defRPr>
            </a:lvl7pPr>
            <a:lvl8pPr algn="l">
              <a:defRPr sz="1350" b="1">
                <a:solidFill>
                  <a:srgbClr val="9E4F3E"/>
                </a:solidFill>
              </a:defRPr>
            </a:lvl8pPr>
            <a:lvl9pPr algn="l">
              <a:defRPr sz="13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E4F3E"/>
                </a:solidFill>
              </a:defRPr>
            </a:pPr>
            <a:r>
              <a:rPr sz="1350" b="1">
                <a:solidFill>
                  <a:srgbClr val="9E4F3E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70FD0-C815-472F-80BD-ECD7024F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F2A24"/>
                </a:solidFill>
              </a:defRPr>
            </a:defPPr>
            <a:lvl1pPr algn="l">
              <a:defRPr sz="1200" b="0">
                <a:solidFill>
                  <a:srgbClr val="2F2A24"/>
                </a:solidFill>
              </a:defRPr>
            </a:lvl1pPr>
            <a:lvl2pPr algn="l">
              <a:defRPr sz="1200" b="0">
                <a:solidFill>
                  <a:srgbClr val="2F2A24"/>
                </a:solidFill>
              </a:defRPr>
            </a:lvl2pPr>
            <a:lvl3pPr algn="l">
              <a:defRPr sz="1200" b="0">
                <a:solidFill>
                  <a:srgbClr val="2F2A24"/>
                </a:solidFill>
              </a:defRPr>
            </a:lvl3pPr>
            <a:lvl4pPr algn="l">
              <a:defRPr sz="1200" b="0">
                <a:solidFill>
                  <a:srgbClr val="2F2A24"/>
                </a:solidFill>
              </a:defRPr>
            </a:lvl4pPr>
            <a:lvl5pPr algn="l">
              <a:defRPr sz="1200" b="0">
                <a:solidFill>
                  <a:srgbClr val="2F2A24"/>
                </a:solidFill>
              </a:defRPr>
            </a:lvl5pPr>
            <a:lvl6pPr algn="l">
              <a:defRPr sz="1200" b="0">
                <a:solidFill>
                  <a:srgbClr val="2F2A24"/>
                </a:solidFill>
              </a:defRPr>
            </a:lvl6pPr>
            <a:lvl7pPr algn="l">
              <a:defRPr sz="1200" b="0">
                <a:solidFill>
                  <a:srgbClr val="2F2A24"/>
                </a:solidFill>
              </a:defRPr>
            </a:lvl7pPr>
            <a:lvl8pPr algn="l">
              <a:defRPr sz="1200" b="0">
                <a:solidFill>
                  <a:srgbClr val="2F2A24"/>
                </a:solidFill>
              </a:defRPr>
            </a:lvl8pPr>
            <a:lvl9pPr algn="l">
              <a:defRPr sz="1200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F2A24"/>
                </a:solidFill>
              </a:defRPr>
            </a:pPr>
            <a:r>
              <a:rPr sz="1200" b="0">
                <a:solidFill>
                  <a:srgbClr val="2F2A24"/>
                </a:solidFill>
              </a:rPr>
              <a:t>不做天赋测评、能力排名、职业预测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2FE4F-6487-489C-9864-90E4A25E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9E4F3E"/>
                </a:solidFill>
              </a:defRPr>
            </a:defPPr>
            <a:lvl1pPr algn="l">
              <a:defRPr sz="1350" b="1">
                <a:solidFill>
                  <a:srgbClr val="9E4F3E"/>
                </a:solidFill>
              </a:defRPr>
            </a:lvl1pPr>
            <a:lvl2pPr algn="l">
              <a:defRPr sz="1350" b="1">
                <a:solidFill>
                  <a:srgbClr val="9E4F3E"/>
                </a:solidFill>
              </a:defRPr>
            </a:lvl2pPr>
            <a:lvl3pPr algn="l">
              <a:defRPr sz="1350" b="1">
                <a:solidFill>
                  <a:srgbClr val="9E4F3E"/>
                </a:solidFill>
              </a:defRPr>
            </a:lvl3pPr>
            <a:lvl4pPr algn="l">
              <a:defRPr sz="1350" b="1">
                <a:solidFill>
                  <a:srgbClr val="9E4F3E"/>
                </a:solidFill>
              </a:defRPr>
            </a:lvl4pPr>
            <a:lvl5pPr algn="l">
              <a:defRPr sz="1350" b="1">
                <a:solidFill>
                  <a:srgbClr val="9E4F3E"/>
                </a:solidFill>
              </a:defRPr>
            </a:lvl5pPr>
            <a:lvl6pPr algn="l">
              <a:defRPr sz="1350" b="1">
                <a:solidFill>
                  <a:srgbClr val="9E4F3E"/>
                </a:solidFill>
              </a:defRPr>
            </a:lvl6pPr>
            <a:lvl7pPr algn="l">
              <a:defRPr sz="1350" b="1">
                <a:solidFill>
                  <a:srgbClr val="9E4F3E"/>
                </a:solidFill>
              </a:defRPr>
            </a:lvl7pPr>
            <a:lvl8pPr algn="l">
              <a:defRPr sz="1350" b="1">
                <a:solidFill>
                  <a:srgbClr val="9E4F3E"/>
                </a:solidFill>
              </a:defRPr>
            </a:lvl8pPr>
            <a:lvl9pPr algn="l">
              <a:defRPr sz="13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E4F3E"/>
                </a:solidFill>
              </a:defRPr>
            </a:pPr>
            <a:r>
              <a:rPr sz="1350" b="1">
                <a:solidFill>
                  <a:srgbClr val="9E4F3E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C743B-896A-4445-A0F5-F4373CCF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76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F2A24"/>
                </a:solidFill>
              </a:defRPr>
            </a:defPPr>
            <a:lvl1pPr algn="l">
              <a:defRPr sz="1200" b="0">
                <a:solidFill>
                  <a:srgbClr val="2F2A24"/>
                </a:solidFill>
              </a:defRPr>
            </a:lvl1pPr>
            <a:lvl2pPr algn="l">
              <a:defRPr sz="1200" b="0">
                <a:solidFill>
                  <a:srgbClr val="2F2A24"/>
                </a:solidFill>
              </a:defRPr>
            </a:lvl2pPr>
            <a:lvl3pPr algn="l">
              <a:defRPr sz="1200" b="0">
                <a:solidFill>
                  <a:srgbClr val="2F2A24"/>
                </a:solidFill>
              </a:defRPr>
            </a:lvl3pPr>
            <a:lvl4pPr algn="l">
              <a:defRPr sz="1200" b="0">
                <a:solidFill>
                  <a:srgbClr val="2F2A24"/>
                </a:solidFill>
              </a:defRPr>
            </a:lvl4pPr>
            <a:lvl5pPr algn="l">
              <a:defRPr sz="1200" b="0">
                <a:solidFill>
                  <a:srgbClr val="2F2A24"/>
                </a:solidFill>
              </a:defRPr>
            </a:lvl5pPr>
            <a:lvl6pPr algn="l">
              <a:defRPr sz="1200" b="0">
                <a:solidFill>
                  <a:srgbClr val="2F2A24"/>
                </a:solidFill>
              </a:defRPr>
            </a:lvl6pPr>
            <a:lvl7pPr algn="l">
              <a:defRPr sz="1200" b="0">
                <a:solidFill>
                  <a:srgbClr val="2F2A24"/>
                </a:solidFill>
              </a:defRPr>
            </a:lvl7pPr>
            <a:lvl8pPr algn="l">
              <a:defRPr sz="1200" b="0">
                <a:solidFill>
                  <a:srgbClr val="2F2A24"/>
                </a:solidFill>
              </a:defRPr>
            </a:lvl8pPr>
            <a:lvl9pPr algn="l">
              <a:defRPr sz="1200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F2A24"/>
                </a:solidFill>
              </a:defRPr>
            </a:pPr>
            <a:r>
              <a:rPr sz="1200" b="0">
                <a:solidFill>
                  <a:srgbClr val="2F2A24"/>
                </a:solidFill>
              </a:rPr>
              <a:t>演示支付不接真实收款、不创建订单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5F1B0-7665-4916-B9E6-E1BDEDBA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9E4F3E"/>
                </a:solidFill>
              </a:defRPr>
            </a:defPPr>
            <a:lvl1pPr algn="l">
              <a:defRPr sz="1350" b="1">
                <a:solidFill>
                  <a:srgbClr val="9E4F3E"/>
                </a:solidFill>
              </a:defRPr>
            </a:lvl1pPr>
            <a:lvl2pPr algn="l">
              <a:defRPr sz="1350" b="1">
                <a:solidFill>
                  <a:srgbClr val="9E4F3E"/>
                </a:solidFill>
              </a:defRPr>
            </a:lvl2pPr>
            <a:lvl3pPr algn="l">
              <a:defRPr sz="1350" b="1">
                <a:solidFill>
                  <a:srgbClr val="9E4F3E"/>
                </a:solidFill>
              </a:defRPr>
            </a:lvl3pPr>
            <a:lvl4pPr algn="l">
              <a:defRPr sz="1350" b="1">
                <a:solidFill>
                  <a:srgbClr val="9E4F3E"/>
                </a:solidFill>
              </a:defRPr>
            </a:lvl4pPr>
            <a:lvl5pPr algn="l">
              <a:defRPr sz="1350" b="1">
                <a:solidFill>
                  <a:srgbClr val="9E4F3E"/>
                </a:solidFill>
              </a:defRPr>
            </a:lvl5pPr>
            <a:lvl6pPr algn="l">
              <a:defRPr sz="1350" b="1">
                <a:solidFill>
                  <a:srgbClr val="9E4F3E"/>
                </a:solidFill>
              </a:defRPr>
            </a:lvl6pPr>
            <a:lvl7pPr algn="l">
              <a:defRPr sz="1350" b="1">
                <a:solidFill>
                  <a:srgbClr val="9E4F3E"/>
                </a:solidFill>
              </a:defRPr>
            </a:lvl7pPr>
            <a:lvl8pPr algn="l">
              <a:defRPr sz="1350" b="1">
                <a:solidFill>
                  <a:srgbClr val="9E4F3E"/>
                </a:solidFill>
              </a:defRPr>
            </a:lvl8pPr>
            <a:lvl9pPr algn="l">
              <a:defRPr sz="135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E4F3E"/>
                </a:solidFill>
              </a:defRPr>
            </a:pPr>
            <a:r>
              <a:rPr sz="1350" b="1">
                <a:solidFill>
                  <a:srgbClr val="9E4F3E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BA5C3-E1B0-43E6-B764-2DC686A0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957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F2A24"/>
                </a:solidFill>
              </a:defRPr>
            </a:defPPr>
            <a:lvl1pPr algn="l">
              <a:defRPr sz="1200" b="0">
                <a:solidFill>
                  <a:srgbClr val="2F2A24"/>
                </a:solidFill>
              </a:defRPr>
            </a:lvl1pPr>
            <a:lvl2pPr algn="l">
              <a:defRPr sz="1200" b="0">
                <a:solidFill>
                  <a:srgbClr val="2F2A24"/>
                </a:solidFill>
              </a:defRPr>
            </a:lvl2pPr>
            <a:lvl3pPr algn="l">
              <a:defRPr sz="1200" b="0">
                <a:solidFill>
                  <a:srgbClr val="2F2A24"/>
                </a:solidFill>
              </a:defRPr>
            </a:lvl3pPr>
            <a:lvl4pPr algn="l">
              <a:defRPr sz="1200" b="0">
                <a:solidFill>
                  <a:srgbClr val="2F2A24"/>
                </a:solidFill>
              </a:defRPr>
            </a:lvl4pPr>
            <a:lvl5pPr algn="l">
              <a:defRPr sz="1200" b="0">
                <a:solidFill>
                  <a:srgbClr val="2F2A24"/>
                </a:solidFill>
              </a:defRPr>
            </a:lvl5pPr>
            <a:lvl6pPr algn="l">
              <a:defRPr sz="1200" b="0">
                <a:solidFill>
                  <a:srgbClr val="2F2A24"/>
                </a:solidFill>
              </a:defRPr>
            </a:lvl6pPr>
            <a:lvl7pPr algn="l">
              <a:defRPr sz="1200" b="0">
                <a:solidFill>
                  <a:srgbClr val="2F2A24"/>
                </a:solidFill>
              </a:defRPr>
            </a:lvl7pPr>
            <a:lvl8pPr algn="l">
              <a:defRPr sz="1200" b="0">
                <a:solidFill>
                  <a:srgbClr val="2F2A24"/>
                </a:solidFill>
              </a:defRPr>
            </a:lvl8pPr>
            <a:lvl9pPr algn="l">
              <a:defRPr sz="1200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F2A24"/>
                </a:solidFill>
              </a:defRPr>
            </a:pPr>
            <a:r>
              <a:rPr sz="1200" b="0">
                <a:solidFill>
                  <a:srgbClr val="2F2A24"/>
                </a:solidFill>
              </a:rPr>
              <a:t>案例“​​小芽”是虚构演示，不代表真实客户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92621-CCBD-49F9-A3D7-D541181C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6A85B"/>
                </a:solidFill>
              </a:defRPr>
            </a:defPPr>
            <a:lvl1pPr algn="l">
              <a:defRPr sz="1350" b="1">
                <a:solidFill>
                  <a:srgbClr val="D6A85B"/>
                </a:solidFill>
              </a:defRPr>
            </a:lvl1pPr>
            <a:lvl2pPr algn="l">
              <a:defRPr sz="1350" b="1">
                <a:solidFill>
                  <a:srgbClr val="D6A85B"/>
                </a:solidFill>
              </a:defRPr>
            </a:lvl2pPr>
            <a:lvl3pPr algn="l">
              <a:defRPr sz="1350" b="1">
                <a:solidFill>
                  <a:srgbClr val="D6A85B"/>
                </a:solidFill>
              </a:defRPr>
            </a:lvl3pPr>
            <a:lvl4pPr algn="l">
              <a:defRPr sz="1350" b="1">
                <a:solidFill>
                  <a:srgbClr val="D6A85B"/>
                </a:solidFill>
              </a:defRPr>
            </a:lvl4pPr>
            <a:lvl5pPr algn="l">
              <a:defRPr sz="1350" b="1">
                <a:solidFill>
                  <a:srgbClr val="D6A85B"/>
                </a:solidFill>
              </a:defRPr>
            </a:lvl5pPr>
            <a:lvl6pPr algn="l">
              <a:defRPr sz="1350" b="1">
                <a:solidFill>
                  <a:srgbClr val="D6A85B"/>
                </a:solidFill>
              </a:defRPr>
            </a:lvl6pPr>
            <a:lvl7pPr algn="l">
              <a:defRPr sz="1350" b="1">
                <a:solidFill>
                  <a:srgbClr val="D6A85B"/>
                </a:solidFill>
              </a:defRPr>
            </a:lvl7pPr>
            <a:lvl8pPr algn="l">
              <a:defRPr sz="1350" b="1">
                <a:solidFill>
                  <a:srgbClr val="D6A85B"/>
                </a:solidFill>
              </a:defRPr>
            </a:lvl8pPr>
            <a:lvl9pPr algn="l">
              <a:defRPr sz="1350" b="1">
                <a:solidFill>
                  <a:srgbClr val="D6A85B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6A85B"/>
                </a:solidFill>
              </a:defRPr>
            </a:pPr>
            <a:r>
              <a:rPr sz="1350" b="1">
                <a:solidFill>
                  <a:srgbClr val="D6A85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DB49D-A3C3-4C7E-8BB5-047BAB9C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F2A24"/>
                </a:solidFill>
              </a:defRPr>
            </a:defPPr>
            <a:lvl1pPr algn="l">
              <a:defRPr sz="1200" b="0">
                <a:solidFill>
                  <a:srgbClr val="2F2A24"/>
                </a:solidFill>
              </a:defRPr>
            </a:lvl1pPr>
            <a:lvl2pPr algn="l">
              <a:defRPr sz="1200" b="0">
                <a:solidFill>
                  <a:srgbClr val="2F2A24"/>
                </a:solidFill>
              </a:defRPr>
            </a:lvl2pPr>
            <a:lvl3pPr algn="l">
              <a:defRPr sz="1200" b="0">
                <a:solidFill>
                  <a:srgbClr val="2F2A24"/>
                </a:solidFill>
              </a:defRPr>
            </a:lvl3pPr>
            <a:lvl4pPr algn="l">
              <a:defRPr sz="1200" b="0">
                <a:solidFill>
                  <a:srgbClr val="2F2A24"/>
                </a:solidFill>
              </a:defRPr>
            </a:lvl4pPr>
            <a:lvl5pPr algn="l">
              <a:defRPr sz="1200" b="0">
                <a:solidFill>
                  <a:srgbClr val="2F2A24"/>
                </a:solidFill>
              </a:defRPr>
            </a:lvl5pPr>
            <a:lvl6pPr algn="l">
              <a:defRPr sz="1200" b="0">
                <a:solidFill>
                  <a:srgbClr val="2F2A24"/>
                </a:solidFill>
              </a:defRPr>
            </a:lvl6pPr>
            <a:lvl7pPr algn="l">
              <a:defRPr sz="1200" b="0">
                <a:solidFill>
                  <a:srgbClr val="2F2A24"/>
                </a:solidFill>
              </a:defRPr>
            </a:lvl7pPr>
            <a:lvl8pPr algn="l">
              <a:defRPr sz="1200" b="0">
                <a:solidFill>
                  <a:srgbClr val="2F2A24"/>
                </a:solidFill>
              </a:defRPr>
            </a:lvl8pPr>
            <a:lvl9pPr algn="l">
              <a:defRPr sz="1200" b="0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F2A24"/>
                </a:solidFill>
              </a:defRPr>
            </a:pPr>
            <a:r>
              <a:rPr sz="1200" b="0">
                <a:solidFill>
                  <a:srgbClr val="2F2A24"/>
                </a:solidFill>
              </a:rPr>
              <a:t>下一步：真实用户试用、实测交付工时、再接入交易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8F40B-AE14-42CE-BE62-C0F25020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E4F3E"/>
                </a:solidFill>
              </a:defRPr>
            </a:defPPr>
            <a:lvl1pPr algn="l">
              <a:defRPr sz="1200" b="1">
                <a:solidFill>
                  <a:srgbClr val="9E4F3E"/>
                </a:solidFill>
              </a:defRPr>
            </a:lvl1pPr>
            <a:lvl2pPr algn="l">
              <a:defRPr sz="1200" b="1">
                <a:solidFill>
                  <a:srgbClr val="9E4F3E"/>
                </a:solidFill>
              </a:defRPr>
            </a:lvl2pPr>
            <a:lvl3pPr algn="l">
              <a:defRPr sz="1200" b="1">
                <a:solidFill>
                  <a:srgbClr val="9E4F3E"/>
                </a:solidFill>
              </a:defRPr>
            </a:lvl3pPr>
            <a:lvl4pPr algn="l">
              <a:defRPr sz="1200" b="1">
                <a:solidFill>
                  <a:srgbClr val="9E4F3E"/>
                </a:solidFill>
              </a:defRPr>
            </a:lvl4pPr>
            <a:lvl5pPr algn="l">
              <a:defRPr sz="1200" b="1">
                <a:solidFill>
                  <a:srgbClr val="9E4F3E"/>
                </a:solidFill>
              </a:defRPr>
            </a:lvl5pPr>
            <a:lvl6pPr algn="l">
              <a:defRPr sz="1200" b="1">
                <a:solidFill>
                  <a:srgbClr val="9E4F3E"/>
                </a:solidFill>
              </a:defRPr>
            </a:lvl6pPr>
            <a:lvl7pPr algn="l">
              <a:defRPr sz="1200" b="1">
                <a:solidFill>
                  <a:srgbClr val="9E4F3E"/>
                </a:solidFill>
              </a:defRPr>
            </a:lvl7pPr>
            <a:lvl8pPr algn="l">
              <a:defRPr sz="1200" b="1">
                <a:solidFill>
                  <a:srgbClr val="9E4F3E"/>
                </a:solidFill>
              </a:defRPr>
            </a:lvl8pPr>
            <a:lvl9pPr algn="l">
              <a:defRPr sz="1200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9E4F3E"/>
                </a:solidFill>
              </a:defRPr>
            </a:pPr>
            <a:r>
              <a:rPr sz="1200" b="1">
                <a:solidFill>
                  <a:srgbClr val="9E4F3E"/>
                </a:solidFill>
              </a:rPr>
              <a:t>体验入口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C475B7-3E0E-4AF7-8879-6C09D971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2F2A24"/>
                </a:solidFill>
              </a:defRPr>
            </a:defPPr>
            <a:lvl1pPr algn="l">
              <a:defRPr sz="1200" b="1">
                <a:solidFill>
                  <a:srgbClr val="2F2A24"/>
                </a:solidFill>
              </a:defRPr>
            </a:lvl1pPr>
            <a:lvl2pPr algn="l">
              <a:defRPr sz="1200" b="1">
                <a:solidFill>
                  <a:srgbClr val="2F2A24"/>
                </a:solidFill>
              </a:defRPr>
            </a:lvl2pPr>
            <a:lvl3pPr algn="l">
              <a:defRPr sz="1200" b="1">
                <a:solidFill>
                  <a:srgbClr val="2F2A24"/>
                </a:solidFill>
              </a:defRPr>
            </a:lvl3pPr>
            <a:lvl4pPr algn="l">
              <a:defRPr sz="1200" b="1">
                <a:solidFill>
                  <a:srgbClr val="2F2A24"/>
                </a:solidFill>
              </a:defRPr>
            </a:lvl4pPr>
            <a:lvl5pPr algn="l">
              <a:defRPr sz="1200" b="1">
                <a:solidFill>
                  <a:srgbClr val="2F2A24"/>
                </a:solidFill>
              </a:defRPr>
            </a:lvl5pPr>
            <a:lvl6pPr algn="l">
              <a:defRPr sz="1200" b="1">
                <a:solidFill>
                  <a:srgbClr val="2F2A24"/>
                </a:solidFill>
              </a:defRPr>
            </a:lvl6pPr>
            <a:lvl7pPr algn="l">
              <a:defRPr sz="1200" b="1">
                <a:solidFill>
                  <a:srgbClr val="2F2A24"/>
                </a:solidFill>
              </a:defRPr>
            </a:lvl7pPr>
            <a:lvl8pPr algn="l">
              <a:defRPr sz="1200" b="1">
                <a:solidFill>
                  <a:srgbClr val="2F2A24"/>
                </a:solidFill>
              </a:defRPr>
            </a:lvl8pPr>
            <a:lvl9pPr algn="l">
              <a:defRPr sz="1200" b="1">
                <a:solidFill>
                  <a:srgbClr val="2F2A24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F2A24"/>
                </a:solidFill>
              </a:defRPr>
            </a:pPr>
            <a:r>
              <a:rPr sz="1200" b="1">
                <a:solidFill>
                  <a:srgbClr val="2F2A24"/>
                </a:solidFill>
              </a:rPr>
              <a:t>线上 Web/PWA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0F0102-5EF2-48A9-B279-95653666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245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66836D"/>
                </a:solidFill>
              </a:defRPr>
            </a:defPPr>
            <a:lvl1pPr algn="l">
              <a:defRPr sz="1200" b="1">
                <a:solidFill>
                  <a:srgbClr val="66836D"/>
                </a:solidFill>
              </a:defRPr>
            </a:lvl1pPr>
            <a:lvl2pPr algn="l">
              <a:defRPr sz="1200" b="1">
                <a:solidFill>
                  <a:srgbClr val="66836D"/>
                </a:solidFill>
              </a:defRPr>
            </a:lvl2pPr>
            <a:lvl3pPr algn="l">
              <a:defRPr sz="1200" b="1">
                <a:solidFill>
                  <a:srgbClr val="66836D"/>
                </a:solidFill>
              </a:defRPr>
            </a:lvl3pPr>
            <a:lvl4pPr algn="l">
              <a:defRPr sz="1200" b="1">
                <a:solidFill>
                  <a:srgbClr val="66836D"/>
                </a:solidFill>
              </a:defRPr>
            </a:lvl4pPr>
            <a:lvl5pPr algn="l">
              <a:defRPr sz="1200" b="1">
                <a:solidFill>
                  <a:srgbClr val="66836D"/>
                </a:solidFill>
              </a:defRPr>
            </a:lvl5pPr>
            <a:lvl6pPr algn="l">
              <a:defRPr sz="1200" b="1">
                <a:solidFill>
                  <a:srgbClr val="66836D"/>
                </a:solidFill>
              </a:defRPr>
            </a:lvl6pPr>
            <a:lvl7pPr algn="l">
              <a:defRPr sz="1200" b="1">
                <a:solidFill>
                  <a:srgbClr val="66836D"/>
                </a:solidFill>
              </a:defRPr>
            </a:lvl7pPr>
            <a:lvl8pPr algn="l">
              <a:defRPr sz="1200" b="1">
                <a:solidFill>
                  <a:srgbClr val="66836D"/>
                </a:solidFill>
              </a:defRPr>
            </a:lvl8pPr>
            <a:lvl9pPr algn="l">
              <a:defRPr sz="1200" b="1">
                <a:solidFill>
                  <a:srgbClr val="66836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6836D"/>
                </a:solidFill>
              </a:defRPr>
            </a:pPr>
            <a:r>
              <a:rPr sz="1200" b="1">
                <a:solidFill>
                  <a:srgbClr val="66836D"/>
                </a:solidFill>
              </a:rPr>
              <a:t>https://43.159.60.166/growth/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6C2232-91C5-44CF-BB43-67427236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6D6258"/>
                </a:solidFill>
              </a:defRPr>
            </a:defPPr>
            <a:lvl1pPr algn="l">
              <a:defRPr sz="1125" b="0">
                <a:solidFill>
                  <a:srgbClr val="6D6258"/>
                </a:solidFill>
              </a:defRPr>
            </a:lvl1pPr>
            <a:lvl2pPr algn="l">
              <a:defRPr sz="1125" b="0">
                <a:solidFill>
                  <a:srgbClr val="6D6258"/>
                </a:solidFill>
              </a:defRPr>
            </a:lvl2pPr>
            <a:lvl3pPr algn="l">
              <a:defRPr sz="1125" b="0">
                <a:solidFill>
                  <a:srgbClr val="6D6258"/>
                </a:solidFill>
              </a:defRPr>
            </a:lvl3pPr>
            <a:lvl4pPr algn="l">
              <a:defRPr sz="1125" b="0">
                <a:solidFill>
                  <a:srgbClr val="6D6258"/>
                </a:solidFill>
              </a:defRPr>
            </a:lvl4pPr>
            <a:lvl5pPr algn="l">
              <a:defRPr sz="1125" b="0">
                <a:solidFill>
                  <a:srgbClr val="6D6258"/>
                </a:solidFill>
              </a:defRPr>
            </a:lvl5pPr>
            <a:lvl6pPr algn="l">
              <a:defRPr sz="1125" b="0">
                <a:solidFill>
                  <a:srgbClr val="6D6258"/>
                </a:solidFill>
              </a:defRPr>
            </a:lvl6pPr>
            <a:lvl7pPr algn="l">
              <a:defRPr sz="1125" b="0">
                <a:solidFill>
                  <a:srgbClr val="6D6258"/>
                </a:solidFill>
              </a:defRPr>
            </a:lvl7pPr>
            <a:lvl8pPr algn="l">
              <a:defRPr sz="1125" b="0">
                <a:solidFill>
                  <a:srgbClr val="6D6258"/>
                </a:solidFill>
              </a:defRPr>
            </a:lvl8pPr>
            <a:lvl9pPr algn="l">
              <a:defRPr sz="1125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258"/>
                </a:solidFill>
              </a:defRPr>
            </a:pPr>
            <a:r>
              <a:rPr sz="1125" b="0">
                <a:solidFill>
                  <a:srgbClr val="6D6258"/>
                </a:solidFill>
              </a:rPr>
              <a:t>代码：github.com/vancanto321-van/talent-growth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AA8104-B56B-476E-BB30-A5D6F466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D6258"/>
                </a:solidFill>
              </a:defRPr>
            </a:defPPr>
            <a:lvl1pPr algn="l">
              <a:defRPr sz="825" b="0">
                <a:solidFill>
                  <a:srgbClr val="6D6258"/>
                </a:solidFill>
              </a:defRPr>
            </a:lvl1pPr>
            <a:lvl2pPr algn="l">
              <a:defRPr sz="825" b="0">
                <a:solidFill>
                  <a:srgbClr val="6D6258"/>
                </a:solidFill>
              </a:defRPr>
            </a:lvl2pPr>
            <a:lvl3pPr algn="l">
              <a:defRPr sz="825" b="0">
                <a:solidFill>
                  <a:srgbClr val="6D6258"/>
                </a:solidFill>
              </a:defRPr>
            </a:lvl3pPr>
            <a:lvl4pPr algn="l">
              <a:defRPr sz="825" b="0">
                <a:solidFill>
                  <a:srgbClr val="6D6258"/>
                </a:solidFill>
              </a:defRPr>
            </a:lvl4pPr>
            <a:lvl5pPr algn="l">
              <a:defRPr sz="825" b="0">
                <a:solidFill>
                  <a:srgbClr val="6D6258"/>
                </a:solidFill>
              </a:defRPr>
            </a:lvl5pPr>
            <a:lvl6pPr algn="l">
              <a:defRPr sz="825" b="0">
                <a:solidFill>
                  <a:srgbClr val="6D6258"/>
                </a:solidFill>
              </a:defRPr>
            </a:lvl6pPr>
            <a:lvl7pPr algn="l">
              <a:defRPr sz="825" b="0">
                <a:solidFill>
                  <a:srgbClr val="6D6258"/>
                </a:solidFill>
              </a:defRPr>
            </a:lvl7pPr>
            <a:lvl8pPr algn="l">
              <a:defRPr sz="825" b="0">
                <a:solidFill>
                  <a:srgbClr val="6D6258"/>
                </a:solidFill>
              </a:defRPr>
            </a:lvl8pPr>
            <a:lvl9pPr algn="l">
              <a:defRPr sz="825" b="0">
                <a:solidFill>
                  <a:srgbClr val="6D625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D6258"/>
                </a:solidFill>
              </a:defRPr>
            </a:pPr>
            <a:r>
              <a:rPr sz="825" b="0">
                <a:solidFill>
                  <a:srgbClr val="6D6258"/>
                </a:solidFill>
              </a:rPr>
              <a:t>产品版本：v2.4.0 · 体验地址为公开演示环境，IP 证书可能触发浏览器提示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82960-2892-4F6F-B2FD-9A50ADD8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E4F3E"/>
                </a:solidFill>
              </a:defRPr>
            </a:defPPr>
            <a:lvl1pPr algn="r">
              <a:defRPr sz="825" b="1">
                <a:solidFill>
                  <a:srgbClr val="9E4F3E"/>
                </a:solidFill>
              </a:defRPr>
            </a:lvl1pPr>
            <a:lvl2pPr algn="r">
              <a:defRPr sz="825" b="1">
                <a:solidFill>
                  <a:srgbClr val="9E4F3E"/>
                </a:solidFill>
              </a:defRPr>
            </a:lvl2pPr>
            <a:lvl3pPr algn="r">
              <a:defRPr sz="825" b="1">
                <a:solidFill>
                  <a:srgbClr val="9E4F3E"/>
                </a:solidFill>
              </a:defRPr>
            </a:lvl3pPr>
            <a:lvl4pPr algn="r">
              <a:defRPr sz="825" b="1">
                <a:solidFill>
                  <a:srgbClr val="9E4F3E"/>
                </a:solidFill>
              </a:defRPr>
            </a:lvl4pPr>
            <a:lvl5pPr algn="r">
              <a:defRPr sz="825" b="1">
                <a:solidFill>
                  <a:srgbClr val="9E4F3E"/>
                </a:solidFill>
              </a:defRPr>
            </a:lvl5pPr>
            <a:lvl6pPr algn="r">
              <a:defRPr sz="825" b="1">
                <a:solidFill>
                  <a:srgbClr val="9E4F3E"/>
                </a:solidFill>
              </a:defRPr>
            </a:lvl6pPr>
            <a:lvl7pPr algn="r">
              <a:defRPr sz="825" b="1">
                <a:solidFill>
                  <a:srgbClr val="9E4F3E"/>
                </a:solidFill>
              </a:defRPr>
            </a:lvl7pPr>
            <a:lvl8pPr algn="r">
              <a:defRPr sz="825" b="1">
                <a:solidFill>
                  <a:srgbClr val="9E4F3E"/>
                </a:solidFill>
              </a:defRPr>
            </a:lvl8pPr>
            <a:lvl9pPr algn="r">
              <a:defRPr sz="825" b="1">
                <a:solidFill>
                  <a:srgbClr val="9E4F3E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E4F3E"/>
                </a:solidFill>
              </a:defRPr>
            </a:pPr>
            <a:r>
              <a:rPr sz="825" b="1">
                <a:solidFill>
                  <a:srgbClr val="9E4F3E"/>
                </a:solidFill>
              </a:rPr>
              <a:t>天赋生长 · OPC</a:t>
            </a:r>
          </a:p>
        </p:txBody>
      </p:sp>
    </p:spTree>
    <p:extLst>
      <p:ext uri="{BB962C8B-B14F-4D97-AF65-F5344CB8AC3E}">
        <p14:creationId xmlns:p14="http://schemas.microsoft.com/office/powerpoint/2010/main" val="427823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2026-10-25T06:14:08.8960000Z</dcterms:created>
  <dcterms:modified xsi:type="dcterms:W3CDTF">2026-10-25T06:14:08.8960000Z</dcterms:modified>
</coreProperties>
</file>